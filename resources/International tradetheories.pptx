
<file path=[Content_Types].xml><?xml version="1.0" encoding="utf-8"?>
<Types xmlns="http://schemas.openxmlformats.org/package/2006/content-types"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quickStyle15.xml" ContentType="application/vnd.openxmlformats-officedocument.drawingml.diagramStyl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colors8.xml" ContentType="application/vnd.openxmlformats-officedocument.drawingml.diagramColors+xml"/>
  <Override PartName="/ppt/diagrams/drawing9.xml" ContentType="application/vnd.ms-office.drawingml.diagramDrawing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diagrams/layout15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layout13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diagrams/colors1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diagrams/colors10.xml" ContentType="application/vnd.openxmlformats-officedocument.drawingml.diagramColors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Default Extension="wmf" ContentType="image/x-wmf"/>
  <Override PartName="/ppt/diagrams/data11.xml" ContentType="application/vnd.openxmlformats-officedocument.drawingml.diagramData+xml"/>
  <Default Extension="rels" ContentType="application/vnd.openxmlformats-package.relationships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2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6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A99AE9-39AA-4F11-A32B-60BF01A0199C}" type="doc">
      <dgm:prSet loTypeId="urn:microsoft.com/office/officeart/2005/8/layout/cycle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AF58E7-3F09-4675-A54D-8CBEA9FF1D36}">
      <dgm:prSet phldrT="[Text]"/>
      <dgm:spPr/>
      <dgm:t>
        <a:bodyPr/>
        <a:lstStyle/>
        <a:p>
          <a:r>
            <a:rPr lang="en-US" dirty="0" smtClean="0"/>
            <a:t>Absolute cost advantage (climate and natural resource endowment)</a:t>
          </a:r>
          <a:endParaRPr lang="en-US" dirty="0"/>
        </a:p>
      </dgm:t>
    </dgm:pt>
    <dgm:pt modelId="{E497F659-5532-43E5-99D9-AE2C3981FFC1}" type="parTrans" cxnId="{80465464-4CAA-4795-8CD7-577F3A1119EF}">
      <dgm:prSet/>
      <dgm:spPr/>
      <dgm:t>
        <a:bodyPr/>
        <a:lstStyle/>
        <a:p>
          <a:endParaRPr lang="en-US"/>
        </a:p>
      </dgm:t>
    </dgm:pt>
    <dgm:pt modelId="{209DCEBF-9E43-4818-8546-ED4E2566AD84}" type="sibTrans" cxnId="{80465464-4CAA-4795-8CD7-577F3A1119EF}">
      <dgm:prSet/>
      <dgm:spPr/>
      <dgm:t>
        <a:bodyPr/>
        <a:lstStyle/>
        <a:p>
          <a:endParaRPr lang="en-US"/>
        </a:p>
      </dgm:t>
    </dgm:pt>
    <dgm:pt modelId="{FE95409A-D12D-445F-8EE6-A91284578D6A}">
      <dgm:prSet phldrT="[Text]" custT="1"/>
      <dgm:spPr/>
      <dgm:t>
        <a:bodyPr/>
        <a:lstStyle/>
        <a:p>
          <a:pPr algn="just"/>
          <a:r>
            <a:rPr lang="en-US" sz="1200" b="1" dirty="0" smtClean="0"/>
            <a:t>Why Ghana exports coco, Brazil exports coffee China exports crawfish</a:t>
          </a:r>
          <a:endParaRPr lang="en-US" sz="1200" b="1" dirty="0"/>
        </a:p>
      </dgm:t>
    </dgm:pt>
    <dgm:pt modelId="{52CEF9E5-9A4C-492A-B1C0-E62F34B1C90C}" type="parTrans" cxnId="{48AAE56A-1F97-4845-9DA3-49A1C93F8B3B}">
      <dgm:prSet/>
      <dgm:spPr/>
      <dgm:t>
        <a:bodyPr/>
        <a:lstStyle/>
        <a:p>
          <a:endParaRPr lang="en-US"/>
        </a:p>
      </dgm:t>
    </dgm:pt>
    <dgm:pt modelId="{81B9152A-772C-40D3-9EB0-0E0FA651DFC9}" type="sibTrans" cxnId="{48AAE56A-1F97-4845-9DA3-49A1C93F8B3B}">
      <dgm:prSet/>
      <dgm:spPr/>
      <dgm:t>
        <a:bodyPr/>
        <a:lstStyle/>
        <a:p>
          <a:endParaRPr lang="en-US"/>
        </a:p>
      </dgm:t>
    </dgm:pt>
    <dgm:pt modelId="{F1047DD0-74BF-40FC-AB32-1B33021E351D}">
      <dgm:prSet phldrT="[Text]"/>
      <dgm:spPr/>
      <dgm:t>
        <a:bodyPr/>
        <a:lstStyle/>
        <a:p>
          <a:r>
            <a:rPr lang="en-US" dirty="0" smtClean="0"/>
            <a:t>Comparative cost advantage (labor productivity)</a:t>
          </a:r>
          <a:endParaRPr lang="en-US" dirty="0"/>
        </a:p>
      </dgm:t>
    </dgm:pt>
    <dgm:pt modelId="{2FC7E789-2A06-4D7B-A0EB-B4D2628BE14F}" type="parTrans" cxnId="{AA331E17-B864-4A4C-8959-CEB142FC8D12}">
      <dgm:prSet/>
      <dgm:spPr/>
      <dgm:t>
        <a:bodyPr/>
        <a:lstStyle/>
        <a:p>
          <a:endParaRPr lang="en-US"/>
        </a:p>
      </dgm:t>
    </dgm:pt>
    <dgm:pt modelId="{584B0B6F-4E6F-4D8C-AFAB-05483B7A0EBE}" type="sibTrans" cxnId="{AA331E17-B864-4A4C-8959-CEB142FC8D12}">
      <dgm:prSet/>
      <dgm:spPr/>
      <dgm:t>
        <a:bodyPr/>
        <a:lstStyle/>
        <a:p>
          <a:endParaRPr lang="en-US"/>
        </a:p>
      </dgm:t>
    </dgm:pt>
    <dgm:pt modelId="{D9B8CCFE-BCA2-41B5-9E96-39FE69EBD3D2}">
      <dgm:prSet phldrT="[Text]" custT="1"/>
      <dgm:spPr/>
      <dgm:t>
        <a:bodyPr/>
        <a:lstStyle/>
        <a:p>
          <a:r>
            <a:rPr lang="en-US" sz="1200" b="1" dirty="0" smtClean="0"/>
            <a:t>Why Japan export automobiles and consumer electronics, Switzerland exports chemicals and pharmaceuticals</a:t>
          </a:r>
          <a:endParaRPr lang="en-US" sz="1200" b="1" dirty="0"/>
        </a:p>
      </dgm:t>
    </dgm:pt>
    <dgm:pt modelId="{6800072F-2F4B-4839-B83C-34F30D8A2779}" type="parTrans" cxnId="{E3284E90-72E9-45C6-9AFC-B81869E66344}">
      <dgm:prSet/>
      <dgm:spPr/>
      <dgm:t>
        <a:bodyPr/>
        <a:lstStyle/>
        <a:p>
          <a:endParaRPr lang="en-US"/>
        </a:p>
      </dgm:t>
    </dgm:pt>
    <dgm:pt modelId="{62BD62F4-E949-428D-B344-50A40A472885}" type="sibTrans" cxnId="{E3284E90-72E9-45C6-9AFC-B81869E66344}">
      <dgm:prSet/>
      <dgm:spPr/>
      <dgm:t>
        <a:bodyPr/>
        <a:lstStyle/>
        <a:p>
          <a:endParaRPr lang="en-US"/>
        </a:p>
      </dgm:t>
    </dgm:pt>
    <dgm:pt modelId="{BFF51497-4C8F-43D1-BF97-FE1A3C9DDEBB}">
      <dgm:prSet phldrT="[Text]"/>
      <dgm:spPr/>
      <dgm:t>
        <a:bodyPr/>
        <a:lstStyle/>
        <a:p>
          <a:r>
            <a:rPr lang="en-US" dirty="0" smtClean="0"/>
            <a:t>Stages in product life cycle (introduction, growth, maturity and decline)</a:t>
          </a:r>
          <a:endParaRPr lang="en-US" dirty="0"/>
        </a:p>
      </dgm:t>
    </dgm:pt>
    <dgm:pt modelId="{22BCD2F2-F9CE-4EBC-842E-C5743171C488}" type="parTrans" cxnId="{DD05E50C-5AE2-44F8-8B31-E547663E74B0}">
      <dgm:prSet/>
      <dgm:spPr/>
      <dgm:t>
        <a:bodyPr/>
        <a:lstStyle/>
        <a:p>
          <a:endParaRPr lang="en-US"/>
        </a:p>
      </dgm:t>
    </dgm:pt>
    <dgm:pt modelId="{078F99F4-5D40-4B4B-83F6-F71CA80FEDD8}" type="sibTrans" cxnId="{DD05E50C-5AE2-44F8-8B31-E547663E74B0}">
      <dgm:prSet/>
      <dgm:spPr/>
      <dgm:t>
        <a:bodyPr/>
        <a:lstStyle/>
        <a:p>
          <a:endParaRPr lang="en-US"/>
        </a:p>
      </dgm:t>
    </dgm:pt>
    <dgm:pt modelId="{8E010440-6E77-49A8-9FCC-A1A7480FC332}">
      <dgm:prSet phldrT="[Text]"/>
      <dgm:spPr/>
      <dgm:t>
        <a:bodyPr/>
        <a:lstStyle/>
        <a:p>
          <a:r>
            <a:rPr lang="en-US" dirty="0" smtClean="0"/>
            <a:t>Why Invention of new products happened in advanced economies</a:t>
          </a:r>
          <a:endParaRPr lang="en-US" dirty="0"/>
        </a:p>
      </dgm:t>
    </dgm:pt>
    <dgm:pt modelId="{0D58D0FE-5828-496A-BEE3-AEEFFF2E9580}" type="parTrans" cxnId="{834E88BA-990D-41B5-BE08-7081D335924D}">
      <dgm:prSet/>
      <dgm:spPr/>
      <dgm:t>
        <a:bodyPr/>
        <a:lstStyle/>
        <a:p>
          <a:endParaRPr lang="en-US"/>
        </a:p>
      </dgm:t>
    </dgm:pt>
    <dgm:pt modelId="{D668A31D-FE0D-4AD7-B1FD-4BAF179F33E8}" type="sibTrans" cxnId="{834E88BA-990D-41B5-BE08-7081D335924D}">
      <dgm:prSet/>
      <dgm:spPr/>
      <dgm:t>
        <a:bodyPr/>
        <a:lstStyle/>
        <a:p>
          <a:endParaRPr lang="en-US"/>
        </a:p>
      </dgm:t>
    </dgm:pt>
    <dgm:pt modelId="{F1906F82-3477-4182-8FD0-8FE282F601DD}">
      <dgm:prSet phldrT="[Text]"/>
      <dgm:spPr/>
      <dgm:t>
        <a:bodyPr/>
        <a:lstStyle/>
        <a:p>
          <a:r>
            <a:rPr lang="en-US" dirty="0" smtClean="0"/>
            <a:t>Factor endowment theory (land, labor and capital) </a:t>
          </a:r>
          <a:endParaRPr lang="en-US" dirty="0"/>
        </a:p>
      </dgm:t>
    </dgm:pt>
    <dgm:pt modelId="{0A3C7AED-65F4-49B0-9644-0BC21CA1C25F}" type="parTrans" cxnId="{B5861BB0-75E1-4489-A28C-29BCC9A5FCE2}">
      <dgm:prSet/>
      <dgm:spPr/>
      <dgm:t>
        <a:bodyPr/>
        <a:lstStyle/>
        <a:p>
          <a:endParaRPr lang="en-US"/>
        </a:p>
      </dgm:t>
    </dgm:pt>
    <dgm:pt modelId="{3CAB6E47-716B-4D48-9833-6F59ADF9028A}" type="sibTrans" cxnId="{B5861BB0-75E1-4489-A28C-29BCC9A5FCE2}">
      <dgm:prSet/>
      <dgm:spPr/>
      <dgm:t>
        <a:bodyPr/>
        <a:lstStyle/>
        <a:p>
          <a:endParaRPr lang="en-US"/>
        </a:p>
      </dgm:t>
    </dgm:pt>
    <dgm:pt modelId="{A44670A9-B9AB-40CF-89B6-9B695B47D510}">
      <dgm:prSet phldrT="[Text]"/>
      <dgm:spPr/>
      <dgm:t>
        <a:bodyPr/>
        <a:lstStyle/>
        <a:p>
          <a:r>
            <a:rPr lang="en-US" dirty="0" smtClean="0"/>
            <a:t>Why China exports footwear  and textiles</a:t>
          </a:r>
          <a:endParaRPr lang="en-US" dirty="0"/>
        </a:p>
      </dgm:t>
    </dgm:pt>
    <dgm:pt modelId="{9E6C3AB0-D74D-4971-A4B6-EEA51CD00269}" type="parTrans" cxnId="{BBE17CFB-A835-4B47-B2D4-045C5B6A8B80}">
      <dgm:prSet/>
      <dgm:spPr/>
      <dgm:t>
        <a:bodyPr/>
        <a:lstStyle/>
        <a:p>
          <a:endParaRPr lang="en-US"/>
        </a:p>
      </dgm:t>
    </dgm:pt>
    <dgm:pt modelId="{8ECCA030-1016-41B6-A22F-4D7386832230}" type="sibTrans" cxnId="{BBE17CFB-A835-4B47-B2D4-045C5B6A8B80}">
      <dgm:prSet/>
      <dgm:spPr/>
      <dgm:t>
        <a:bodyPr/>
        <a:lstStyle/>
        <a:p>
          <a:endParaRPr lang="en-US"/>
        </a:p>
      </dgm:t>
    </dgm:pt>
    <dgm:pt modelId="{469B9111-5558-4628-8DF0-8AA801C173DD}" type="pres">
      <dgm:prSet presAssocID="{8FA99AE9-39AA-4F11-A32B-60BF01A0199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E5D154-EB86-4200-A13B-65298B580745}" type="pres">
      <dgm:prSet presAssocID="{8FA99AE9-39AA-4F11-A32B-60BF01A0199C}" presName="children" presStyleCnt="0"/>
      <dgm:spPr/>
    </dgm:pt>
    <dgm:pt modelId="{1BE2C2A7-FC15-4B9A-8A92-EEEB4E02BC79}" type="pres">
      <dgm:prSet presAssocID="{8FA99AE9-39AA-4F11-A32B-60BF01A0199C}" presName="child1group" presStyleCnt="0"/>
      <dgm:spPr/>
    </dgm:pt>
    <dgm:pt modelId="{62ACF123-9A40-4079-B984-AE0185450772}" type="pres">
      <dgm:prSet presAssocID="{8FA99AE9-39AA-4F11-A32B-60BF01A0199C}" presName="child1" presStyleLbl="bgAcc1" presStyleIdx="0" presStyleCnt="4" custScaleX="104571"/>
      <dgm:spPr/>
      <dgm:t>
        <a:bodyPr/>
        <a:lstStyle/>
        <a:p>
          <a:endParaRPr lang="en-US"/>
        </a:p>
      </dgm:t>
    </dgm:pt>
    <dgm:pt modelId="{4EE2C01E-D5DA-4D47-A201-AB59C0F872F9}" type="pres">
      <dgm:prSet presAssocID="{8FA99AE9-39AA-4F11-A32B-60BF01A0199C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576185-71EA-4A41-9B99-CD93211F1BA1}" type="pres">
      <dgm:prSet presAssocID="{8FA99AE9-39AA-4F11-A32B-60BF01A0199C}" presName="child2group" presStyleCnt="0"/>
      <dgm:spPr/>
    </dgm:pt>
    <dgm:pt modelId="{D9B2AF07-0650-4AB0-8FD8-B1CF28A1BB65}" type="pres">
      <dgm:prSet presAssocID="{8FA99AE9-39AA-4F11-A32B-60BF01A0199C}" presName="child2" presStyleLbl="bgAcc1" presStyleIdx="1" presStyleCnt="4"/>
      <dgm:spPr/>
      <dgm:t>
        <a:bodyPr/>
        <a:lstStyle/>
        <a:p>
          <a:endParaRPr lang="en-US"/>
        </a:p>
      </dgm:t>
    </dgm:pt>
    <dgm:pt modelId="{0DB7BEF3-D006-4B5E-8600-B6643D11327B}" type="pres">
      <dgm:prSet presAssocID="{8FA99AE9-39AA-4F11-A32B-60BF01A0199C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6839AA-8E19-49C9-8252-BEE36EEABF4F}" type="pres">
      <dgm:prSet presAssocID="{8FA99AE9-39AA-4F11-A32B-60BF01A0199C}" presName="child3group" presStyleCnt="0"/>
      <dgm:spPr/>
    </dgm:pt>
    <dgm:pt modelId="{F05A174E-C3CF-4B32-A9FE-999F7641DC99}" type="pres">
      <dgm:prSet presAssocID="{8FA99AE9-39AA-4F11-A32B-60BF01A0199C}" presName="child3" presStyleLbl="bgAcc1" presStyleIdx="2" presStyleCnt="4"/>
      <dgm:spPr/>
      <dgm:t>
        <a:bodyPr/>
        <a:lstStyle/>
        <a:p>
          <a:endParaRPr lang="en-US"/>
        </a:p>
      </dgm:t>
    </dgm:pt>
    <dgm:pt modelId="{5E539F31-D377-4AD0-B1A1-25DF263450A7}" type="pres">
      <dgm:prSet presAssocID="{8FA99AE9-39AA-4F11-A32B-60BF01A0199C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A6A7D7-AB39-4710-A913-A4D602021E90}" type="pres">
      <dgm:prSet presAssocID="{8FA99AE9-39AA-4F11-A32B-60BF01A0199C}" presName="child4group" presStyleCnt="0"/>
      <dgm:spPr/>
    </dgm:pt>
    <dgm:pt modelId="{A4DF3F9A-3CBD-423A-9427-FBDA17455C3D}" type="pres">
      <dgm:prSet presAssocID="{8FA99AE9-39AA-4F11-A32B-60BF01A0199C}" presName="child4" presStyleLbl="bgAcc1" presStyleIdx="3" presStyleCnt="4"/>
      <dgm:spPr/>
      <dgm:t>
        <a:bodyPr/>
        <a:lstStyle/>
        <a:p>
          <a:endParaRPr lang="en-US"/>
        </a:p>
      </dgm:t>
    </dgm:pt>
    <dgm:pt modelId="{3284F363-8571-4CE3-892A-2AD17E76E194}" type="pres">
      <dgm:prSet presAssocID="{8FA99AE9-39AA-4F11-A32B-60BF01A0199C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AD99A7-FB4D-40B9-90A9-E4AF650899EA}" type="pres">
      <dgm:prSet presAssocID="{8FA99AE9-39AA-4F11-A32B-60BF01A0199C}" presName="childPlaceholder" presStyleCnt="0"/>
      <dgm:spPr/>
    </dgm:pt>
    <dgm:pt modelId="{CDCA13AF-7B4C-497D-80CA-C9130128AD3D}" type="pres">
      <dgm:prSet presAssocID="{8FA99AE9-39AA-4F11-A32B-60BF01A0199C}" presName="circle" presStyleCnt="0"/>
      <dgm:spPr/>
    </dgm:pt>
    <dgm:pt modelId="{20519323-8F7F-4E5F-896C-30511A7EED20}" type="pres">
      <dgm:prSet presAssocID="{8FA99AE9-39AA-4F11-A32B-60BF01A0199C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0F0E60-0C87-409E-99AF-D5AFC4E0EBCB}" type="pres">
      <dgm:prSet presAssocID="{8FA99AE9-39AA-4F11-A32B-60BF01A0199C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15E059-672B-4E99-9C17-3FFCC5796DC1}" type="pres">
      <dgm:prSet presAssocID="{8FA99AE9-39AA-4F11-A32B-60BF01A0199C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63B07C-5ACA-4C77-BC24-17A6D5EEE8CD}" type="pres">
      <dgm:prSet presAssocID="{8FA99AE9-39AA-4F11-A32B-60BF01A0199C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93975F-7DD0-4A86-9234-3B6D5C41E004}" type="pres">
      <dgm:prSet presAssocID="{8FA99AE9-39AA-4F11-A32B-60BF01A0199C}" presName="quadrantPlaceholder" presStyleCnt="0"/>
      <dgm:spPr/>
    </dgm:pt>
    <dgm:pt modelId="{F8C86E1D-6924-4DCA-B968-E7570DF9A418}" type="pres">
      <dgm:prSet presAssocID="{8FA99AE9-39AA-4F11-A32B-60BF01A0199C}" presName="center1" presStyleLbl="fgShp" presStyleIdx="0" presStyleCnt="2"/>
      <dgm:spPr/>
    </dgm:pt>
    <dgm:pt modelId="{BCD0DCEB-97FD-4DA3-8B95-9BDF02BDE2BF}" type="pres">
      <dgm:prSet presAssocID="{8FA99AE9-39AA-4F11-A32B-60BF01A0199C}" presName="center2" presStyleLbl="fgShp" presStyleIdx="1" presStyleCnt="2"/>
      <dgm:spPr/>
    </dgm:pt>
  </dgm:ptLst>
  <dgm:cxnLst>
    <dgm:cxn modelId="{834E88BA-990D-41B5-BE08-7081D335924D}" srcId="{BFF51497-4C8F-43D1-BF97-FE1A3C9DDEBB}" destId="{8E010440-6E77-49A8-9FCC-A1A7480FC332}" srcOrd="0" destOrd="0" parTransId="{0D58D0FE-5828-496A-BEE3-AEEFFF2E9580}" sibTransId="{D668A31D-FE0D-4AD7-B1FD-4BAF179F33E8}"/>
    <dgm:cxn modelId="{B8DAC09A-7238-4B62-8700-B8E2572FEB03}" type="presOf" srcId="{A44670A9-B9AB-40CF-89B6-9B695B47D510}" destId="{A4DF3F9A-3CBD-423A-9427-FBDA17455C3D}" srcOrd="0" destOrd="0" presId="urn:microsoft.com/office/officeart/2005/8/layout/cycle4"/>
    <dgm:cxn modelId="{BBE17CFB-A835-4B47-B2D4-045C5B6A8B80}" srcId="{F1906F82-3477-4182-8FD0-8FE282F601DD}" destId="{A44670A9-B9AB-40CF-89B6-9B695B47D510}" srcOrd="0" destOrd="0" parTransId="{9E6C3AB0-D74D-4971-A4B6-EEA51CD00269}" sibTransId="{8ECCA030-1016-41B6-A22F-4D7386832230}"/>
    <dgm:cxn modelId="{48AAE56A-1F97-4845-9DA3-49A1C93F8B3B}" srcId="{C3AF58E7-3F09-4675-A54D-8CBEA9FF1D36}" destId="{FE95409A-D12D-445F-8EE6-A91284578D6A}" srcOrd="0" destOrd="0" parTransId="{52CEF9E5-9A4C-492A-B1C0-E62F34B1C90C}" sibTransId="{81B9152A-772C-40D3-9EB0-0E0FA651DFC9}"/>
    <dgm:cxn modelId="{61CA32E0-56A2-477A-A275-193CC815A10C}" type="presOf" srcId="{D9B8CCFE-BCA2-41B5-9E96-39FE69EBD3D2}" destId="{D9B2AF07-0650-4AB0-8FD8-B1CF28A1BB65}" srcOrd="0" destOrd="0" presId="urn:microsoft.com/office/officeart/2005/8/layout/cycle4"/>
    <dgm:cxn modelId="{F69D206B-B04D-4823-9899-DE7780E4A0B8}" type="presOf" srcId="{C3AF58E7-3F09-4675-A54D-8CBEA9FF1D36}" destId="{20519323-8F7F-4E5F-896C-30511A7EED20}" srcOrd="0" destOrd="0" presId="urn:microsoft.com/office/officeart/2005/8/layout/cycle4"/>
    <dgm:cxn modelId="{B5861BB0-75E1-4489-A28C-29BCC9A5FCE2}" srcId="{8FA99AE9-39AA-4F11-A32B-60BF01A0199C}" destId="{F1906F82-3477-4182-8FD0-8FE282F601DD}" srcOrd="3" destOrd="0" parTransId="{0A3C7AED-65F4-49B0-9644-0BC21CA1C25F}" sibTransId="{3CAB6E47-716B-4D48-9833-6F59ADF9028A}"/>
    <dgm:cxn modelId="{A8162B96-B54A-415E-B71F-9879569B8A5B}" type="presOf" srcId="{8FA99AE9-39AA-4F11-A32B-60BF01A0199C}" destId="{469B9111-5558-4628-8DF0-8AA801C173DD}" srcOrd="0" destOrd="0" presId="urn:microsoft.com/office/officeart/2005/8/layout/cycle4"/>
    <dgm:cxn modelId="{366D1FCA-4A29-4468-B126-C74B2A67CF99}" type="presOf" srcId="{FE95409A-D12D-445F-8EE6-A91284578D6A}" destId="{62ACF123-9A40-4079-B984-AE0185450772}" srcOrd="0" destOrd="0" presId="urn:microsoft.com/office/officeart/2005/8/layout/cycle4"/>
    <dgm:cxn modelId="{DD05E50C-5AE2-44F8-8B31-E547663E74B0}" srcId="{8FA99AE9-39AA-4F11-A32B-60BF01A0199C}" destId="{BFF51497-4C8F-43D1-BF97-FE1A3C9DDEBB}" srcOrd="2" destOrd="0" parTransId="{22BCD2F2-F9CE-4EBC-842E-C5743171C488}" sibTransId="{078F99F4-5D40-4B4B-83F6-F71CA80FEDD8}"/>
    <dgm:cxn modelId="{AA331E17-B864-4A4C-8959-CEB142FC8D12}" srcId="{8FA99AE9-39AA-4F11-A32B-60BF01A0199C}" destId="{F1047DD0-74BF-40FC-AB32-1B33021E351D}" srcOrd="1" destOrd="0" parTransId="{2FC7E789-2A06-4D7B-A0EB-B4D2628BE14F}" sibTransId="{584B0B6F-4E6F-4D8C-AFAB-05483B7A0EBE}"/>
    <dgm:cxn modelId="{80465464-4CAA-4795-8CD7-577F3A1119EF}" srcId="{8FA99AE9-39AA-4F11-A32B-60BF01A0199C}" destId="{C3AF58E7-3F09-4675-A54D-8CBEA9FF1D36}" srcOrd="0" destOrd="0" parTransId="{E497F659-5532-43E5-99D9-AE2C3981FFC1}" sibTransId="{209DCEBF-9E43-4818-8546-ED4E2566AD84}"/>
    <dgm:cxn modelId="{E58CFA9D-0C7C-471E-9C93-6E2C1B0EDA60}" type="presOf" srcId="{F1906F82-3477-4182-8FD0-8FE282F601DD}" destId="{7563B07C-5ACA-4C77-BC24-17A6D5EEE8CD}" srcOrd="0" destOrd="0" presId="urn:microsoft.com/office/officeart/2005/8/layout/cycle4"/>
    <dgm:cxn modelId="{5AA509C8-FED1-4CF9-AFCF-5F93890EAAD5}" type="presOf" srcId="{D9B8CCFE-BCA2-41B5-9E96-39FE69EBD3D2}" destId="{0DB7BEF3-D006-4B5E-8600-B6643D11327B}" srcOrd="1" destOrd="0" presId="urn:microsoft.com/office/officeart/2005/8/layout/cycle4"/>
    <dgm:cxn modelId="{E3284E90-72E9-45C6-9AFC-B81869E66344}" srcId="{F1047DD0-74BF-40FC-AB32-1B33021E351D}" destId="{D9B8CCFE-BCA2-41B5-9E96-39FE69EBD3D2}" srcOrd="0" destOrd="0" parTransId="{6800072F-2F4B-4839-B83C-34F30D8A2779}" sibTransId="{62BD62F4-E949-428D-B344-50A40A472885}"/>
    <dgm:cxn modelId="{C5283322-D3D7-451F-85B7-4BC1DA819895}" type="presOf" srcId="{F1047DD0-74BF-40FC-AB32-1B33021E351D}" destId="{4A0F0E60-0C87-409E-99AF-D5AFC4E0EBCB}" srcOrd="0" destOrd="0" presId="urn:microsoft.com/office/officeart/2005/8/layout/cycle4"/>
    <dgm:cxn modelId="{7B86CEC0-9141-4DB2-BF49-E328286C3B50}" type="presOf" srcId="{A44670A9-B9AB-40CF-89B6-9B695B47D510}" destId="{3284F363-8571-4CE3-892A-2AD17E76E194}" srcOrd="1" destOrd="0" presId="urn:microsoft.com/office/officeart/2005/8/layout/cycle4"/>
    <dgm:cxn modelId="{BC1F53E5-ACE7-4EAB-A4A7-F62A7270F6D1}" type="presOf" srcId="{8E010440-6E77-49A8-9FCC-A1A7480FC332}" destId="{F05A174E-C3CF-4B32-A9FE-999F7641DC99}" srcOrd="0" destOrd="0" presId="urn:microsoft.com/office/officeart/2005/8/layout/cycle4"/>
    <dgm:cxn modelId="{66210EA9-D799-4049-B07E-302BD47115C8}" type="presOf" srcId="{BFF51497-4C8F-43D1-BF97-FE1A3C9DDEBB}" destId="{6715E059-672B-4E99-9C17-3FFCC5796DC1}" srcOrd="0" destOrd="0" presId="urn:microsoft.com/office/officeart/2005/8/layout/cycle4"/>
    <dgm:cxn modelId="{66F3DE33-3A52-4685-90C9-2A44A40A2171}" type="presOf" srcId="{8E010440-6E77-49A8-9FCC-A1A7480FC332}" destId="{5E539F31-D377-4AD0-B1A1-25DF263450A7}" srcOrd="1" destOrd="0" presId="urn:microsoft.com/office/officeart/2005/8/layout/cycle4"/>
    <dgm:cxn modelId="{9712D5D4-2765-48C5-9158-7816071AAFDF}" type="presOf" srcId="{FE95409A-D12D-445F-8EE6-A91284578D6A}" destId="{4EE2C01E-D5DA-4D47-A201-AB59C0F872F9}" srcOrd="1" destOrd="0" presId="urn:microsoft.com/office/officeart/2005/8/layout/cycle4"/>
    <dgm:cxn modelId="{9485D26C-E84E-41C5-8861-FB2693B03A4F}" type="presParOf" srcId="{469B9111-5558-4628-8DF0-8AA801C173DD}" destId="{D9E5D154-EB86-4200-A13B-65298B580745}" srcOrd="0" destOrd="0" presId="urn:microsoft.com/office/officeart/2005/8/layout/cycle4"/>
    <dgm:cxn modelId="{9A3DEBB9-8CF9-4EBC-B421-17993FD5E5A7}" type="presParOf" srcId="{D9E5D154-EB86-4200-A13B-65298B580745}" destId="{1BE2C2A7-FC15-4B9A-8A92-EEEB4E02BC79}" srcOrd="0" destOrd="0" presId="urn:microsoft.com/office/officeart/2005/8/layout/cycle4"/>
    <dgm:cxn modelId="{A539A8AB-2AA0-4CE1-8ACE-F512328A596D}" type="presParOf" srcId="{1BE2C2A7-FC15-4B9A-8A92-EEEB4E02BC79}" destId="{62ACF123-9A40-4079-B984-AE0185450772}" srcOrd="0" destOrd="0" presId="urn:microsoft.com/office/officeart/2005/8/layout/cycle4"/>
    <dgm:cxn modelId="{5CE1EE43-4BD1-4CAD-9590-F89C0556999B}" type="presParOf" srcId="{1BE2C2A7-FC15-4B9A-8A92-EEEB4E02BC79}" destId="{4EE2C01E-D5DA-4D47-A201-AB59C0F872F9}" srcOrd="1" destOrd="0" presId="urn:microsoft.com/office/officeart/2005/8/layout/cycle4"/>
    <dgm:cxn modelId="{165DB5BF-65D6-4312-BC2C-4744BD40AF22}" type="presParOf" srcId="{D9E5D154-EB86-4200-A13B-65298B580745}" destId="{25576185-71EA-4A41-9B99-CD93211F1BA1}" srcOrd="1" destOrd="0" presId="urn:microsoft.com/office/officeart/2005/8/layout/cycle4"/>
    <dgm:cxn modelId="{C3D93C9C-34D4-4AD7-9FD5-1672130AE595}" type="presParOf" srcId="{25576185-71EA-4A41-9B99-CD93211F1BA1}" destId="{D9B2AF07-0650-4AB0-8FD8-B1CF28A1BB65}" srcOrd="0" destOrd="0" presId="urn:microsoft.com/office/officeart/2005/8/layout/cycle4"/>
    <dgm:cxn modelId="{5E732541-2000-4119-99CC-794595E5EE0C}" type="presParOf" srcId="{25576185-71EA-4A41-9B99-CD93211F1BA1}" destId="{0DB7BEF3-D006-4B5E-8600-B6643D11327B}" srcOrd="1" destOrd="0" presId="urn:microsoft.com/office/officeart/2005/8/layout/cycle4"/>
    <dgm:cxn modelId="{0AE9EA87-55EB-4F4E-BF9B-7178D82DCEED}" type="presParOf" srcId="{D9E5D154-EB86-4200-A13B-65298B580745}" destId="{436839AA-8E19-49C9-8252-BEE36EEABF4F}" srcOrd="2" destOrd="0" presId="urn:microsoft.com/office/officeart/2005/8/layout/cycle4"/>
    <dgm:cxn modelId="{8FAE3BB3-F73A-4396-9F24-FFB8E9F211D3}" type="presParOf" srcId="{436839AA-8E19-49C9-8252-BEE36EEABF4F}" destId="{F05A174E-C3CF-4B32-A9FE-999F7641DC99}" srcOrd="0" destOrd="0" presId="urn:microsoft.com/office/officeart/2005/8/layout/cycle4"/>
    <dgm:cxn modelId="{26B8383F-3C61-483D-9E27-456AE017FCBE}" type="presParOf" srcId="{436839AA-8E19-49C9-8252-BEE36EEABF4F}" destId="{5E539F31-D377-4AD0-B1A1-25DF263450A7}" srcOrd="1" destOrd="0" presId="urn:microsoft.com/office/officeart/2005/8/layout/cycle4"/>
    <dgm:cxn modelId="{AF79F81A-4E6A-423E-932B-06949F63EC3B}" type="presParOf" srcId="{D9E5D154-EB86-4200-A13B-65298B580745}" destId="{CCA6A7D7-AB39-4710-A913-A4D602021E90}" srcOrd="3" destOrd="0" presId="urn:microsoft.com/office/officeart/2005/8/layout/cycle4"/>
    <dgm:cxn modelId="{90BFF643-CC39-4185-96B9-DEC5B68B8570}" type="presParOf" srcId="{CCA6A7D7-AB39-4710-A913-A4D602021E90}" destId="{A4DF3F9A-3CBD-423A-9427-FBDA17455C3D}" srcOrd="0" destOrd="0" presId="urn:microsoft.com/office/officeart/2005/8/layout/cycle4"/>
    <dgm:cxn modelId="{2494373E-34F4-4F98-BBD8-71855765249A}" type="presParOf" srcId="{CCA6A7D7-AB39-4710-A913-A4D602021E90}" destId="{3284F363-8571-4CE3-892A-2AD17E76E194}" srcOrd="1" destOrd="0" presId="urn:microsoft.com/office/officeart/2005/8/layout/cycle4"/>
    <dgm:cxn modelId="{452A8D3E-5718-4EC3-BF04-5AD68EAA9CFB}" type="presParOf" srcId="{D9E5D154-EB86-4200-A13B-65298B580745}" destId="{7FAD99A7-FB4D-40B9-90A9-E4AF650899EA}" srcOrd="4" destOrd="0" presId="urn:microsoft.com/office/officeart/2005/8/layout/cycle4"/>
    <dgm:cxn modelId="{BD520566-796D-4EA3-A8AC-30116A3E16D6}" type="presParOf" srcId="{469B9111-5558-4628-8DF0-8AA801C173DD}" destId="{CDCA13AF-7B4C-497D-80CA-C9130128AD3D}" srcOrd="1" destOrd="0" presId="urn:microsoft.com/office/officeart/2005/8/layout/cycle4"/>
    <dgm:cxn modelId="{9D74CC25-8BF7-4252-AD59-A4B4AD11DD64}" type="presParOf" srcId="{CDCA13AF-7B4C-497D-80CA-C9130128AD3D}" destId="{20519323-8F7F-4E5F-896C-30511A7EED20}" srcOrd="0" destOrd="0" presId="urn:microsoft.com/office/officeart/2005/8/layout/cycle4"/>
    <dgm:cxn modelId="{6DEB780C-FB5D-46D3-A86A-D3D20E851BDA}" type="presParOf" srcId="{CDCA13AF-7B4C-497D-80CA-C9130128AD3D}" destId="{4A0F0E60-0C87-409E-99AF-D5AFC4E0EBCB}" srcOrd="1" destOrd="0" presId="urn:microsoft.com/office/officeart/2005/8/layout/cycle4"/>
    <dgm:cxn modelId="{3757833B-1E73-41ED-8B60-5E56F605BF35}" type="presParOf" srcId="{CDCA13AF-7B4C-497D-80CA-C9130128AD3D}" destId="{6715E059-672B-4E99-9C17-3FFCC5796DC1}" srcOrd="2" destOrd="0" presId="urn:microsoft.com/office/officeart/2005/8/layout/cycle4"/>
    <dgm:cxn modelId="{999A9BDC-9571-4F3D-815B-7B75CED4C33C}" type="presParOf" srcId="{CDCA13AF-7B4C-497D-80CA-C9130128AD3D}" destId="{7563B07C-5ACA-4C77-BC24-17A6D5EEE8CD}" srcOrd="3" destOrd="0" presId="urn:microsoft.com/office/officeart/2005/8/layout/cycle4"/>
    <dgm:cxn modelId="{1A35FE2A-7E9C-4F35-8DDF-79ED185FC67B}" type="presParOf" srcId="{CDCA13AF-7B4C-497D-80CA-C9130128AD3D}" destId="{9893975F-7DD0-4A86-9234-3B6D5C41E004}" srcOrd="4" destOrd="0" presId="urn:microsoft.com/office/officeart/2005/8/layout/cycle4"/>
    <dgm:cxn modelId="{DFE66C76-1826-4614-A7F5-6E0B6A6C63CE}" type="presParOf" srcId="{469B9111-5558-4628-8DF0-8AA801C173DD}" destId="{F8C86E1D-6924-4DCA-B968-E7570DF9A418}" srcOrd="2" destOrd="0" presId="urn:microsoft.com/office/officeart/2005/8/layout/cycle4"/>
    <dgm:cxn modelId="{FEF1A996-C9DE-4374-A814-068854227BAD}" type="presParOf" srcId="{469B9111-5558-4628-8DF0-8AA801C173DD}" destId="{BCD0DCEB-97FD-4DA3-8B95-9BDF02BDE2BF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EA830D-3A9F-4525-B967-65B624FDD580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5F784E95-A726-4F62-BF28-5DE35E056473}">
      <dgm:prSet phldrT="[Text]"/>
      <dgm:spPr/>
      <dgm:t>
        <a:bodyPr/>
        <a:lstStyle/>
        <a:p>
          <a:pPr algn="just"/>
          <a:r>
            <a:rPr lang="en-US" b="1" dirty="0" smtClean="0"/>
            <a:t>Increase our wealth and treasure by foreign trade, where in we must ever observe this rule: sell more to strangers than we consume of theirs in value</a:t>
          </a:r>
          <a:endParaRPr lang="en-US" b="1" dirty="0"/>
        </a:p>
      </dgm:t>
    </dgm:pt>
    <dgm:pt modelId="{D9849672-55A4-40EA-B81D-C2C7621333D1}" type="parTrans" cxnId="{989FC82D-76AA-4020-B97C-6C9CFF58AF9D}">
      <dgm:prSet/>
      <dgm:spPr/>
      <dgm:t>
        <a:bodyPr/>
        <a:lstStyle/>
        <a:p>
          <a:endParaRPr lang="en-US"/>
        </a:p>
      </dgm:t>
    </dgm:pt>
    <dgm:pt modelId="{98509F7E-DB00-4975-A9F8-62090EB91FF9}" type="sibTrans" cxnId="{989FC82D-76AA-4020-B97C-6C9CFF58AF9D}">
      <dgm:prSet/>
      <dgm:spPr/>
      <dgm:t>
        <a:bodyPr/>
        <a:lstStyle/>
        <a:p>
          <a:endParaRPr lang="en-US"/>
        </a:p>
      </dgm:t>
    </dgm:pt>
    <dgm:pt modelId="{1D001880-31A5-4A02-B14F-F00A75022F1C}">
      <dgm:prSet phldrT="[Text]" custT="1"/>
      <dgm:spPr/>
      <dgm:t>
        <a:bodyPr/>
        <a:lstStyle/>
        <a:p>
          <a:pPr algn="l"/>
          <a:r>
            <a:rPr lang="en-US" sz="1200" dirty="0" smtClean="0"/>
            <a:t>1. </a:t>
          </a:r>
          <a:r>
            <a:rPr lang="en-US" sz="1200" b="1" dirty="0" smtClean="0"/>
            <a:t>Zero sum game</a:t>
          </a:r>
        </a:p>
        <a:p>
          <a:pPr algn="l"/>
          <a:r>
            <a:rPr lang="en-US" sz="1200" b="1" dirty="0" smtClean="0"/>
            <a:t>2. Short run balance of trade (David Hume’s argument)</a:t>
          </a:r>
        </a:p>
        <a:p>
          <a:pPr algn="l"/>
          <a:r>
            <a:rPr lang="en-US" sz="1200" b="1" dirty="0" smtClean="0"/>
            <a:t>3. Overlooks other factors</a:t>
          </a:r>
        </a:p>
        <a:p>
          <a:pPr algn="l"/>
          <a:r>
            <a:rPr lang="en-US" sz="1200" b="1" dirty="0" smtClean="0"/>
            <a:t>4. Creates restrictive trade environment</a:t>
          </a:r>
          <a:endParaRPr lang="en-US" sz="1200" b="1" dirty="0"/>
        </a:p>
      </dgm:t>
    </dgm:pt>
    <dgm:pt modelId="{93F86F73-9618-4C56-8299-CF714C8E4B60}" type="parTrans" cxnId="{EFE2FF07-9B21-4B9A-8844-6905C3EDDFDF}">
      <dgm:prSet/>
      <dgm:spPr/>
      <dgm:t>
        <a:bodyPr/>
        <a:lstStyle/>
        <a:p>
          <a:endParaRPr lang="en-US"/>
        </a:p>
      </dgm:t>
    </dgm:pt>
    <dgm:pt modelId="{765E1500-3601-498E-AFC2-3B541ABC0989}" type="sibTrans" cxnId="{EFE2FF07-9B21-4B9A-8844-6905C3EDDFDF}">
      <dgm:prSet/>
      <dgm:spPr/>
      <dgm:t>
        <a:bodyPr/>
        <a:lstStyle/>
        <a:p>
          <a:endParaRPr lang="en-US"/>
        </a:p>
      </dgm:t>
    </dgm:pt>
    <dgm:pt modelId="{08F4A747-97AC-4F3D-BD2F-F68F1CEF24D7}">
      <dgm:prSet phldrT="[Text]"/>
      <dgm:spPr/>
      <dgm:t>
        <a:bodyPr/>
        <a:lstStyle/>
        <a:p>
          <a:pPr algn="just"/>
          <a:r>
            <a:rPr lang="en-US" b="1" dirty="0" smtClean="0"/>
            <a:t>Neo mercantilism; Japan which equate political power with economic power and economic power with trade surplus</a:t>
          </a:r>
          <a:endParaRPr lang="en-US" b="1" dirty="0"/>
        </a:p>
      </dgm:t>
    </dgm:pt>
    <dgm:pt modelId="{3C76E9C4-661A-44BA-B4A0-458321D94659}" type="parTrans" cxnId="{CE5D1A18-5119-4E7A-BE68-DA1142DFE7FE}">
      <dgm:prSet/>
      <dgm:spPr/>
      <dgm:t>
        <a:bodyPr/>
        <a:lstStyle/>
        <a:p>
          <a:endParaRPr lang="en-US"/>
        </a:p>
      </dgm:t>
    </dgm:pt>
    <dgm:pt modelId="{E70B0894-C280-4808-B1B4-B762105CA25C}" type="sibTrans" cxnId="{CE5D1A18-5119-4E7A-BE68-DA1142DFE7FE}">
      <dgm:prSet/>
      <dgm:spPr/>
      <dgm:t>
        <a:bodyPr/>
        <a:lstStyle/>
        <a:p>
          <a:endParaRPr lang="en-US"/>
        </a:p>
      </dgm:t>
    </dgm:pt>
    <dgm:pt modelId="{8530F783-2E2F-4ABB-8FF3-9DB294C0A9F3}" type="pres">
      <dgm:prSet presAssocID="{70EA830D-3A9F-4525-B967-65B624FDD580}" presName="compositeShape" presStyleCnt="0">
        <dgm:presLayoutVars>
          <dgm:dir/>
          <dgm:resizeHandles/>
        </dgm:presLayoutVars>
      </dgm:prSet>
      <dgm:spPr/>
    </dgm:pt>
    <dgm:pt modelId="{DBAE96C7-E703-45D0-BB4D-0F55E21A72F6}" type="pres">
      <dgm:prSet presAssocID="{70EA830D-3A9F-4525-B967-65B624FDD580}" presName="pyramid" presStyleLbl="node1" presStyleIdx="0" presStyleCnt="1"/>
      <dgm:spPr/>
    </dgm:pt>
    <dgm:pt modelId="{EF635DA1-F976-42B2-A266-0B0873196826}" type="pres">
      <dgm:prSet presAssocID="{70EA830D-3A9F-4525-B967-65B624FDD580}" presName="theList" presStyleCnt="0"/>
      <dgm:spPr/>
    </dgm:pt>
    <dgm:pt modelId="{3B24E3DC-F1C1-47B2-81C9-5B376ABC4FFC}" type="pres">
      <dgm:prSet presAssocID="{5F784E95-A726-4F62-BF28-5DE35E056473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980D85-DC82-48EA-B460-6A01E79DA634}" type="pres">
      <dgm:prSet presAssocID="{5F784E95-A726-4F62-BF28-5DE35E056473}" presName="aSpace" presStyleCnt="0"/>
      <dgm:spPr/>
    </dgm:pt>
    <dgm:pt modelId="{CDDD5391-9E82-4A94-A746-FE508F445081}" type="pres">
      <dgm:prSet presAssocID="{1D001880-31A5-4A02-B14F-F00A75022F1C}" presName="aNode" presStyleLbl="fgAcc1" presStyleIdx="1" presStyleCnt="3" custScaleY="1590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73257D-9BBF-488F-8AAF-6E4A80588499}" type="pres">
      <dgm:prSet presAssocID="{1D001880-31A5-4A02-B14F-F00A75022F1C}" presName="aSpace" presStyleCnt="0"/>
      <dgm:spPr/>
    </dgm:pt>
    <dgm:pt modelId="{6CBB0329-7268-4672-A34E-AD39D7F2EBEA}" type="pres">
      <dgm:prSet presAssocID="{08F4A747-97AC-4F3D-BD2F-F68F1CEF24D7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B7494B-4D7B-471E-ACC6-27F68B2F60A5}" type="pres">
      <dgm:prSet presAssocID="{08F4A747-97AC-4F3D-BD2F-F68F1CEF24D7}" presName="aSpace" presStyleCnt="0"/>
      <dgm:spPr/>
    </dgm:pt>
  </dgm:ptLst>
  <dgm:cxnLst>
    <dgm:cxn modelId="{BEC2E8E1-0821-4DC6-AA97-725B9ECDB5E9}" type="presOf" srcId="{1D001880-31A5-4A02-B14F-F00A75022F1C}" destId="{CDDD5391-9E82-4A94-A746-FE508F445081}" srcOrd="0" destOrd="0" presId="urn:microsoft.com/office/officeart/2005/8/layout/pyramid2"/>
    <dgm:cxn modelId="{F408889B-CE31-4739-9B84-140D49AD0B9A}" type="presOf" srcId="{08F4A747-97AC-4F3D-BD2F-F68F1CEF24D7}" destId="{6CBB0329-7268-4672-A34E-AD39D7F2EBEA}" srcOrd="0" destOrd="0" presId="urn:microsoft.com/office/officeart/2005/8/layout/pyramid2"/>
    <dgm:cxn modelId="{8ED55B7D-8023-478D-824E-693CFE0C1845}" type="presOf" srcId="{70EA830D-3A9F-4525-B967-65B624FDD580}" destId="{8530F783-2E2F-4ABB-8FF3-9DB294C0A9F3}" srcOrd="0" destOrd="0" presId="urn:microsoft.com/office/officeart/2005/8/layout/pyramid2"/>
    <dgm:cxn modelId="{BBCD63F8-FDD2-4D41-8811-F507FC38AA13}" type="presOf" srcId="{5F784E95-A726-4F62-BF28-5DE35E056473}" destId="{3B24E3DC-F1C1-47B2-81C9-5B376ABC4FFC}" srcOrd="0" destOrd="0" presId="urn:microsoft.com/office/officeart/2005/8/layout/pyramid2"/>
    <dgm:cxn modelId="{EFE2FF07-9B21-4B9A-8844-6905C3EDDFDF}" srcId="{70EA830D-3A9F-4525-B967-65B624FDD580}" destId="{1D001880-31A5-4A02-B14F-F00A75022F1C}" srcOrd="1" destOrd="0" parTransId="{93F86F73-9618-4C56-8299-CF714C8E4B60}" sibTransId="{765E1500-3601-498E-AFC2-3B541ABC0989}"/>
    <dgm:cxn modelId="{CE5D1A18-5119-4E7A-BE68-DA1142DFE7FE}" srcId="{70EA830D-3A9F-4525-B967-65B624FDD580}" destId="{08F4A747-97AC-4F3D-BD2F-F68F1CEF24D7}" srcOrd="2" destOrd="0" parTransId="{3C76E9C4-661A-44BA-B4A0-458321D94659}" sibTransId="{E70B0894-C280-4808-B1B4-B762105CA25C}"/>
    <dgm:cxn modelId="{989FC82D-76AA-4020-B97C-6C9CFF58AF9D}" srcId="{70EA830D-3A9F-4525-B967-65B624FDD580}" destId="{5F784E95-A726-4F62-BF28-5DE35E056473}" srcOrd="0" destOrd="0" parTransId="{D9849672-55A4-40EA-B81D-C2C7621333D1}" sibTransId="{98509F7E-DB00-4975-A9F8-62090EB91FF9}"/>
    <dgm:cxn modelId="{9545569B-D904-49C9-9F1B-B85D5473A68E}" type="presParOf" srcId="{8530F783-2E2F-4ABB-8FF3-9DB294C0A9F3}" destId="{DBAE96C7-E703-45D0-BB4D-0F55E21A72F6}" srcOrd="0" destOrd="0" presId="urn:microsoft.com/office/officeart/2005/8/layout/pyramid2"/>
    <dgm:cxn modelId="{53FD554D-84EB-4945-952E-E3555B9F3F3F}" type="presParOf" srcId="{8530F783-2E2F-4ABB-8FF3-9DB294C0A9F3}" destId="{EF635DA1-F976-42B2-A266-0B0873196826}" srcOrd="1" destOrd="0" presId="urn:microsoft.com/office/officeart/2005/8/layout/pyramid2"/>
    <dgm:cxn modelId="{A97E1949-E18B-42D7-BCED-5A9067B4434B}" type="presParOf" srcId="{EF635DA1-F976-42B2-A266-0B0873196826}" destId="{3B24E3DC-F1C1-47B2-81C9-5B376ABC4FFC}" srcOrd="0" destOrd="0" presId="urn:microsoft.com/office/officeart/2005/8/layout/pyramid2"/>
    <dgm:cxn modelId="{0AAE62F5-82E3-4DB7-B247-20203C9B468D}" type="presParOf" srcId="{EF635DA1-F976-42B2-A266-0B0873196826}" destId="{34980D85-DC82-48EA-B460-6A01E79DA634}" srcOrd="1" destOrd="0" presId="urn:microsoft.com/office/officeart/2005/8/layout/pyramid2"/>
    <dgm:cxn modelId="{F1056C6C-9326-4209-8CCB-73CAC91D9827}" type="presParOf" srcId="{EF635DA1-F976-42B2-A266-0B0873196826}" destId="{CDDD5391-9E82-4A94-A746-FE508F445081}" srcOrd="2" destOrd="0" presId="urn:microsoft.com/office/officeart/2005/8/layout/pyramid2"/>
    <dgm:cxn modelId="{BA9FEA3B-1128-447A-80A2-1A75929D221B}" type="presParOf" srcId="{EF635DA1-F976-42B2-A266-0B0873196826}" destId="{6A73257D-9BBF-488F-8AAF-6E4A80588499}" srcOrd="3" destOrd="0" presId="urn:microsoft.com/office/officeart/2005/8/layout/pyramid2"/>
    <dgm:cxn modelId="{24E1CDAC-AC45-45E8-BE7B-6DC26BC78357}" type="presParOf" srcId="{EF635DA1-F976-42B2-A266-0B0873196826}" destId="{6CBB0329-7268-4672-A34E-AD39D7F2EBEA}" srcOrd="4" destOrd="0" presId="urn:microsoft.com/office/officeart/2005/8/layout/pyramid2"/>
    <dgm:cxn modelId="{4159A815-4743-40B4-9364-83BDB5228B45}" type="presParOf" srcId="{EF635DA1-F976-42B2-A266-0B0873196826}" destId="{E3B7494B-4D7B-471E-ACC6-27F68B2F60A5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D447F3-135F-444D-ABF9-1A1F69E351F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BEFB0E-1024-44C9-85F9-A41EAAF4B9BE}">
      <dgm:prSet phldrT="[Text]"/>
      <dgm:spPr/>
      <dgm:t>
        <a:bodyPr/>
        <a:lstStyle/>
        <a:p>
          <a:r>
            <a:rPr lang="en-US" dirty="0" smtClean="0"/>
            <a:t>Absolute cost advantage</a:t>
          </a:r>
          <a:endParaRPr lang="en-US" dirty="0"/>
        </a:p>
      </dgm:t>
    </dgm:pt>
    <dgm:pt modelId="{CB221999-191C-47BC-8BFD-3EE302B8EA86}" type="parTrans" cxnId="{1B7BEE78-26FC-4543-8472-475C09D687AB}">
      <dgm:prSet/>
      <dgm:spPr/>
      <dgm:t>
        <a:bodyPr/>
        <a:lstStyle/>
        <a:p>
          <a:endParaRPr lang="en-US"/>
        </a:p>
      </dgm:t>
    </dgm:pt>
    <dgm:pt modelId="{8D6EBAA2-517D-447A-9301-30DD0B9789F3}" type="sibTrans" cxnId="{1B7BEE78-26FC-4543-8472-475C09D687AB}">
      <dgm:prSet/>
      <dgm:spPr/>
      <dgm:t>
        <a:bodyPr/>
        <a:lstStyle/>
        <a:p>
          <a:endParaRPr lang="en-US"/>
        </a:p>
      </dgm:t>
    </dgm:pt>
    <dgm:pt modelId="{C5A0E669-95A3-449C-A048-20D1DE7F2994}">
      <dgm:prSet phldrT="[Text]"/>
      <dgm:spPr/>
      <dgm:t>
        <a:bodyPr/>
        <a:lstStyle/>
        <a:p>
          <a:r>
            <a:rPr lang="en-US" dirty="0" smtClean="0"/>
            <a:t>‘Ability of country to produce a good more efficiently and cost effectively than any other country’.  </a:t>
          </a:r>
          <a:endParaRPr lang="en-US" dirty="0"/>
        </a:p>
      </dgm:t>
    </dgm:pt>
    <dgm:pt modelId="{22643F7B-9684-45A6-B8A2-94276B2C098B}" type="parTrans" cxnId="{105446AE-496C-4527-9B1A-995C4FF8F437}">
      <dgm:prSet/>
      <dgm:spPr/>
      <dgm:t>
        <a:bodyPr/>
        <a:lstStyle/>
        <a:p>
          <a:endParaRPr lang="en-US"/>
        </a:p>
      </dgm:t>
    </dgm:pt>
    <dgm:pt modelId="{A21F4AE7-663E-4DBE-B515-CF8A79AF58DF}" type="sibTrans" cxnId="{105446AE-496C-4527-9B1A-995C4FF8F437}">
      <dgm:prSet/>
      <dgm:spPr/>
      <dgm:t>
        <a:bodyPr/>
        <a:lstStyle/>
        <a:p>
          <a:endParaRPr lang="en-US"/>
        </a:p>
      </dgm:t>
    </dgm:pt>
    <dgm:pt modelId="{86B5BFE0-B4F3-4FB7-A790-B84516FBDAFE}">
      <dgm:prSet phldrT="[Text]"/>
      <dgm:spPr/>
      <dgm:t>
        <a:bodyPr/>
        <a:lstStyle/>
        <a:p>
          <a:r>
            <a:rPr lang="en-US" dirty="0" smtClean="0"/>
            <a:t>Trade will happen between countries with absolute cost advantage in different products.</a:t>
          </a:r>
          <a:endParaRPr lang="en-US" dirty="0"/>
        </a:p>
      </dgm:t>
    </dgm:pt>
    <dgm:pt modelId="{D953F63F-4977-45FB-A88F-6C604D3E98B0}" type="parTrans" cxnId="{8C39C332-45A3-4A6C-862F-256D47712AC6}">
      <dgm:prSet/>
      <dgm:spPr/>
      <dgm:t>
        <a:bodyPr/>
        <a:lstStyle/>
        <a:p>
          <a:endParaRPr lang="en-US"/>
        </a:p>
      </dgm:t>
    </dgm:pt>
    <dgm:pt modelId="{5FD635AB-E658-4622-A736-F387E1FAAF82}" type="sibTrans" cxnId="{8C39C332-45A3-4A6C-862F-256D47712AC6}">
      <dgm:prSet/>
      <dgm:spPr/>
      <dgm:t>
        <a:bodyPr/>
        <a:lstStyle/>
        <a:p>
          <a:endParaRPr lang="en-US"/>
        </a:p>
      </dgm:t>
    </dgm:pt>
    <dgm:pt modelId="{54A6D1A1-C50C-495A-8E77-2494712A87A3}">
      <dgm:prSet phldrT="[Text]"/>
      <dgm:spPr/>
      <dgm:t>
        <a:bodyPr/>
        <a:lstStyle/>
        <a:p>
          <a:r>
            <a:rPr lang="en-US" dirty="0" smtClean="0"/>
            <a:t>Cost Advantage</a:t>
          </a:r>
          <a:endParaRPr lang="en-US" dirty="0"/>
        </a:p>
      </dgm:t>
    </dgm:pt>
    <dgm:pt modelId="{420C1640-FF86-4826-A9E6-807DCD97D5E3}" type="parTrans" cxnId="{F47C96A6-3B22-41E8-90E9-03F212E94E81}">
      <dgm:prSet/>
      <dgm:spPr/>
      <dgm:t>
        <a:bodyPr/>
        <a:lstStyle/>
        <a:p>
          <a:endParaRPr lang="en-US"/>
        </a:p>
      </dgm:t>
    </dgm:pt>
    <dgm:pt modelId="{DE5DBA59-8C42-4607-87BC-099D3E540B21}" type="sibTrans" cxnId="{F47C96A6-3B22-41E8-90E9-03F212E94E81}">
      <dgm:prSet/>
      <dgm:spPr/>
      <dgm:t>
        <a:bodyPr/>
        <a:lstStyle/>
        <a:p>
          <a:endParaRPr lang="en-US"/>
        </a:p>
      </dgm:t>
    </dgm:pt>
    <dgm:pt modelId="{01B54A4A-4690-499F-9C6E-01651E2131DA}">
      <dgm:prSet phldrT="[Text]"/>
      <dgm:spPr/>
      <dgm:t>
        <a:bodyPr/>
        <a:lstStyle/>
        <a:p>
          <a:r>
            <a:rPr lang="en-US" dirty="0" smtClean="0"/>
            <a:t>Natural: petroleum in Saudi Arabia, aluminum ore in Jamaica </a:t>
          </a:r>
          <a:endParaRPr lang="en-US" dirty="0"/>
        </a:p>
      </dgm:t>
    </dgm:pt>
    <dgm:pt modelId="{82910264-7FE0-4C51-BF7F-0282A441A3D9}" type="parTrans" cxnId="{F6F513A6-392B-402D-B31D-2BA9C87BC9D8}">
      <dgm:prSet/>
      <dgm:spPr/>
      <dgm:t>
        <a:bodyPr/>
        <a:lstStyle/>
        <a:p>
          <a:endParaRPr lang="en-US"/>
        </a:p>
      </dgm:t>
    </dgm:pt>
    <dgm:pt modelId="{A106483E-27D9-4ADA-B380-61F36ABA9358}" type="sibTrans" cxnId="{F6F513A6-392B-402D-B31D-2BA9C87BC9D8}">
      <dgm:prSet/>
      <dgm:spPr/>
      <dgm:t>
        <a:bodyPr/>
        <a:lstStyle/>
        <a:p>
          <a:endParaRPr lang="en-US"/>
        </a:p>
      </dgm:t>
    </dgm:pt>
    <dgm:pt modelId="{B94A07E6-6E21-4DBE-B190-DF3C65C6C985}">
      <dgm:prSet phldrT="[Text]"/>
      <dgm:spPr/>
      <dgm:t>
        <a:bodyPr/>
        <a:lstStyle/>
        <a:p>
          <a:r>
            <a:rPr lang="en-US" dirty="0" smtClean="0"/>
            <a:t>Acquired: Through specialization, Auto mobiles technology of Japan</a:t>
          </a:r>
          <a:endParaRPr lang="en-US" dirty="0"/>
        </a:p>
      </dgm:t>
    </dgm:pt>
    <dgm:pt modelId="{F47EAE18-B327-4EFD-9886-6227B531CBE7}" type="parTrans" cxnId="{52F5F6CF-328D-4EB6-AE9A-E0A996790A9C}">
      <dgm:prSet/>
      <dgm:spPr/>
      <dgm:t>
        <a:bodyPr/>
        <a:lstStyle/>
        <a:p>
          <a:endParaRPr lang="en-US"/>
        </a:p>
      </dgm:t>
    </dgm:pt>
    <dgm:pt modelId="{C22DE708-77F4-4B9F-BDB3-994BE7BA5F55}" type="sibTrans" cxnId="{52F5F6CF-328D-4EB6-AE9A-E0A996790A9C}">
      <dgm:prSet/>
      <dgm:spPr/>
      <dgm:t>
        <a:bodyPr/>
        <a:lstStyle/>
        <a:p>
          <a:endParaRPr lang="en-US"/>
        </a:p>
      </dgm:t>
    </dgm:pt>
    <dgm:pt modelId="{68E95A16-3988-43E9-93D4-E9B30B4788DB}">
      <dgm:prSet phldrT="[Text]"/>
      <dgm:spPr/>
      <dgm:t>
        <a:bodyPr/>
        <a:lstStyle/>
        <a:p>
          <a:r>
            <a:rPr lang="en-US" dirty="0" smtClean="0"/>
            <a:t>Benefits</a:t>
          </a:r>
          <a:endParaRPr lang="en-US" dirty="0"/>
        </a:p>
      </dgm:t>
    </dgm:pt>
    <dgm:pt modelId="{D791709A-8F3E-41AC-8023-B9192CA068BD}" type="parTrans" cxnId="{54C4A6D2-57E2-4CBF-8135-FD3F3AE26A0A}">
      <dgm:prSet/>
      <dgm:spPr/>
      <dgm:t>
        <a:bodyPr/>
        <a:lstStyle/>
        <a:p>
          <a:endParaRPr lang="en-US"/>
        </a:p>
      </dgm:t>
    </dgm:pt>
    <dgm:pt modelId="{35A34703-2536-4D12-9FE6-23126F79DD4E}" type="sibTrans" cxnId="{54C4A6D2-57E2-4CBF-8135-FD3F3AE26A0A}">
      <dgm:prSet/>
      <dgm:spPr/>
      <dgm:t>
        <a:bodyPr/>
        <a:lstStyle/>
        <a:p>
          <a:endParaRPr lang="en-US"/>
        </a:p>
      </dgm:t>
    </dgm:pt>
    <dgm:pt modelId="{11CF0312-AE06-4980-9C21-B493385920E8}">
      <dgm:prSet phldrT="[Text]"/>
      <dgm:spPr/>
      <dgm:t>
        <a:bodyPr/>
        <a:lstStyle/>
        <a:p>
          <a:r>
            <a:rPr lang="en-US" dirty="0" smtClean="0"/>
            <a:t>Production impact</a:t>
          </a:r>
          <a:endParaRPr lang="en-US" dirty="0"/>
        </a:p>
      </dgm:t>
    </dgm:pt>
    <dgm:pt modelId="{51CF395F-5373-4E37-B39B-5CDBAB1526E1}" type="parTrans" cxnId="{14D62104-83E8-47C3-8DF2-9C7E9A743358}">
      <dgm:prSet/>
      <dgm:spPr/>
      <dgm:t>
        <a:bodyPr/>
        <a:lstStyle/>
        <a:p>
          <a:endParaRPr lang="en-US"/>
        </a:p>
      </dgm:t>
    </dgm:pt>
    <dgm:pt modelId="{496331CD-1F1F-4DE8-810A-C168FA204480}" type="sibTrans" cxnId="{14D62104-83E8-47C3-8DF2-9C7E9A743358}">
      <dgm:prSet/>
      <dgm:spPr/>
      <dgm:t>
        <a:bodyPr/>
        <a:lstStyle/>
        <a:p>
          <a:endParaRPr lang="en-US"/>
        </a:p>
      </dgm:t>
    </dgm:pt>
    <dgm:pt modelId="{5BA65ACB-1795-407E-BA9F-9F5E079A9D76}">
      <dgm:prSet phldrT="[Text]"/>
      <dgm:spPr/>
      <dgm:t>
        <a:bodyPr/>
        <a:lstStyle/>
        <a:p>
          <a:r>
            <a:rPr lang="en-US" dirty="0" smtClean="0"/>
            <a:t>Consumption impact</a:t>
          </a:r>
          <a:endParaRPr lang="en-US" dirty="0"/>
        </a:p>
      </dgm:t>
    </dgm:pt>
    <dgm:pt modelId="{82AB8DA6-8A9A-4A4A-901E-355BCCD68930}" type="parTrans" cxnId="{46925A62-561C-4A21-8190-165A3F4418AA}">
      <dgm:prSet/>
      <dgm:spPr/>
      <dgm:t>
        <a:bodyPr/>
        <a:lstStyle/>
        <a:p>
          <a:endParaRPr lang="en-US"/>
        </a:p>
      </dgm:t>
    </dgm:pt>
    <dgm:pt modelId="{BA6C4EEA-0DD8-4238-A2EE-117D336DB61A}" type="sibTrans" cxnId="{46925A62-561C-4A21-8190-165A3F4418AA}">
      <dgm:prSet/>
      <dgm:spPr/>
      <dgm:t>
        <a:bodyPr/>
        <a:lstStyle/>
        <a:p>
          <a:endParaRPr lang="en-US"/>
        </a:p>
      </dgm:t>
    </dgm:pt>
    <dgm:pt modelId="{0CFF19B3-FE8D-4025-8362-C56F80271AE7}" type="pres">
      <dgm:prSet presAssocID="{E3D447F3-135F-444D-ABF9-1A1F69E351F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A5B24-7FF1-4384-932A-337D393C19E0}" type="pres">
      <dgm:prSet presAssocID="{F0BEFB0E-1024-44C9-85F9-A41EAAF4B9BE}" presName="composite" presStyleCnt="0"/>
      <dgm:spPr/>
    </dgm:pt>
    <dgm:pt modelId="{CE0DDBC0-9F3F-4FE1-8559-8C2E80683C3E}" type="pres">
      <dgm:prSet presAssocID="{F0BEFB0E-1024-44C9-85F9-A41EAAF4B9BE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78192D-0721-4E15-AE5A-77836B63174A}" type="pres">
      <dgm:prSet presAssocID="{F0BEFB0E-1024-44C9-85F9-A41EAAF4B9BE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303ABD-2BCA-49CD-A1D1-19006CA0B71D}" type="pres">
      <dgm:prSet presAssocID="{8D6EBAA2-517D-447A-9301-30DD0B9789F3}" presName="sp" presStyleCnt="0"/>
      <dgm:spPr/>
    </dgm:pt>
    <dgm:pt modelId="{51811B0E-2E6E-4E4D-A574-6227F12A042A}" type="pres">
      <dgm:prSet presAssocID="{54A6D1A1-C50C-495A-8E77-2494712A87A3}" presName="composite" presStyleCnt="0"/>
      <dgm:spPr/>
    </dgm:pt>
    <dgm:pt modelId="{076A952B-64B0-4EFC-B64E-8B1D2BB11C22}" type="pres">
      <dgm:prSet presAssocID="{54A6D1A1-C50C-495A-8E77-2494712A87A3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807216-5F3F-46BD-A9DF-FE4C08B46D2B}" type="pres">
      <dgm:prSet presAssocID="{54A6D1A1-C50C-495A-8E77-2494712A87A3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496C4A-1564-420A-97FA-31CC1B3CE753}" type="pres">
      <dgm:prSet presAssocID="{DE5DBA59-8C42-4607-87BC-099D3E540B21}" presName="sp" presStyleCnt="0"/>
      <dgm:spPr/>
    </dgm:pt>
    <dgm:pt modelId="{4DF20477-4390-4625-B6D6-CC8371F0DE5B}" type="pres">
      <dgm:prSet presAssocID="{68E95A16-3988-43E9-93D4-E9B30B4788DB}" presName="composite" presStyleCnt="0"/>
      <dgm:spPr/>
    </dgm:pt>
    <dgm:pt modelId="{26C83757-E677-4D5F-A4FD-B4206EED9B52}" type="pres">
      <dgm:prSet presAssocID="{68E95A16-3988-43E9-93D4-E9B30B4788D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ED3573-E555-4B5E-A127-4A3BAF9AD42C}" type="pres">
      <dgm:prSet presAssocID="{68E95A16-3988-43E9-93D4-E9B30B4788D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4D11158-365E-40FF-8AF7-01B0F1B5D1BF}" type="presOf" srcId="{F0BEFB0E-1024-44C9-85F9-A41EAAF4B9BE}" destId="{CE0DDBC0-9F3F-4FE1-8559-8C2E80683C3E}" srcOrd="0" destOrd="0" presId="urn:microsoft.com/office/officeart/2005/8/layout/chevron2"/>
    <dgm:cxn modelId="{B91AD328-3060-40AA-B9AD-27CC138D9B7C}" type="presOf" srcId="{11CF0312-AE06-4980-9C21-B493385920E8}" destId="{6AED3573-E555-4B5E-A127-4A3BAF9AD42C}" srcOrd="0" destOrd="0" presId="urn:microsoft.com/office/officeart/2005/8/layout/chevron2"/>
    <dgm:cxn modelId="{81E08AEB-12FC-4D8C-907F-52326330BB80}" type="presOf" srcId="{54A6D1A1-C50C-495A-8E77-2494712A87A3}" destId="{076A952B-64B0-4EFC-B64E-8B1D2BB11C22}" srcOrd="0" destOrd="0" presId="urn:microsoft.com/office/officeart/2005/8/layout/chevron2"/>
    <dgm:cxn modelId="{50F86326-DC7A-46D2-B8DD-CF53F9A885F3}" type="presOf" srcId="{B94A07E6-6E21-4DBE-B190-DF3C65C6C985}" destId="{2A807216-5F3F-46BD-A9DF-FE4C08B46D2B}" srcOrd="0" destOrd="1" presId="urn:microsoft.com/office/officeart/2005/8/layout/chevron2"/>
    <dgm:cxn modelId="{278AC62C-44AC-472B-9938-94ECD97F59A6}" type="presOf" srcId="{5BA65ACB-1795-407E-BA9F-9F5E079A9D76}" destId="{6AED3573-E555-4B5E-A127-4A3BAF9AD42C}" srcOrd="0" destOrd="1" presId="urn:microsoft.com/office/officeart/2005/8/layout/chevron2"/>
    <dgm:cxn modelId="{F6F513A6-392B-402D-B31D-2BA9C87BC9D8}" srcId="{54A6D1A1-C50C-495A-8E77-2494712A87A3}" destId="{01B54A4A-4690-499F-9C6E-01651E2131DA}" srcOrd="0" destOrd="0" parTransId="{82910264-7FE0-4C51-BF7F-0282A441A3D9}" sibTransId="{A106483E-27D9-4ADA-B380-61F36ABA9358}"/>
    <dgm:cxn modelId="{814CD289-01CD-4D5B-A7D3-8AE8545FC5EF}" type="presOf" srcId="{01B54A4A-4690-499F-9C6E-01651E2131DA}" destId="{2A807216-5F3F-46BD-A9DF-FE4C08B46D2B}" srcOrd="0" destOrd="0" presId="urn:microsoft.com/office/officeart/2005/8/layout/chevron2"/>
    <dgm:cxn modelId="{F47C96A6-3B22-41E8-90E9-03F212E94E81}" srcId="{E3D447F3-135F-444D-ABF9-1A1F69E351FE}" destId="{54A6D1A1-C50C-495A-8E77-2494712A87A3}" srcOrd="1" destOrd="0" parTransId="{420C1640-FF86-4826-A9E6-807DCD97D5E3}" sibTransId="{DE5DBA59-8C42-4607-87BC-099D3E540B21}"/>
    <dgm:cxn modelId="{54C4A6D2-57E2-4CBF-8135-FD3F3AE26A0A}" srcId="{E3D447F3-135F-444D-ABF9-1A1F69E351FE}" destId="{68E95A16-3988-43E9-93D4-E9B30B4788DB}" srcOrd="2" destOrd="0" parTransId="{D791709A-8F3E-41AC-8023-B9192CA068BD}" sibTransId="{35A34703-2536-4D12-9FE6-23126F79DD4E}"/>
    <dgm:cxn modelId="{105446AE-496C-4527-9B1A-995C4FF8F437}" srcId="{F0BEFB0E-1024-44C9-85F9-A41EAAF4B9BE}" destId="{C5A0E669-95A3-449C-A048-20D1DE7F2994}" srcOrd="0" destOrd="0" parTransId="{22643F7B-9684-45A6-B8A2-94276B2C098B}" sibTransId="{A21F4AE7-663E-4DBE-B515-CF8A79AF58DF}"/>
    <dgm:cxn modelId="{8C39C332-45A3-4A6C-862F-256D47712AC6}" srcId="{F0BEFB0E-1024-44C9-85F9-A41EAAF4B9BE}" destId="{86B5BFE0-B4F3-4FB7-A790-B84516FBDAFE}" srcOrd="1" destOrd="0" parTransId="{D953F63F-4977-45FB-A88F-6C604D3E98B0}" sibTransId="{5FD635AB-E658-4622-A736-F387E1FAAF82}"/>
    <dgm:cxn modelId="{1B7BEE78-26FC-4543-8472-475C09D687AB}" srcId="{E3D447F3-135F-444D-ABF9-1A1F69E351FE}" destId="{F0BEFB0E-1024-44C9-85F9-A41EAAF4B9BE}" srcOrd="0" destOrd="0" parTransId="{CB221999-191C-47BC-8BFD-3EE302B8EA86}" sibTransId="{8D6EBAA2-517D-447A-9301-30DD0B9789F3}"/>
    <dgm:cxn modelId="{52F5F6CF-328D-4EB6-AE9A-E0A996790A9C}" srcId="{54A6D1A1-C50C-495A-8E77-2494712A87A3}" destId="{B94A07E6-6E21-4DBE-B190-DF3C65C6C985}" srcOrd="1" destOrd="0" parTransId="{F47EAE18-B327-4EFD-9886-6227B531CBE7}" sibTransId="{C22DE708-77F4-4B9F-BDB3-994BE7BA5F55}"/>
    <dgm:cxn modelId="{F75AA871-249E-493E-A6F8-AD2DA6B08F67}" type="presOf" srcId="{E3D447F3-135F-444D-ABF9-1A1F69E351FE}" destId="{0CFF19B3-FE8D-4025-8362-C56F80271AE7}" srcOrd="0" destOrd="0" presId="urn:microsoft.com/office/officeart/2005/8/layout/chevron2"/>
    <dgm:cxn modelId="{84F0F80D-6223-42A3-82F4-C55CD022518E}" type="presOf" srcId="{68E95A16-3988-43E9-93D4-E9B30B4788DB}" destId="{26C83757-E677-4D5F-A4FD-B4206EED9B52}" srcOrd="0" destOrd="0" presId="urn:microsoft.com/office/officeart/2005/8/layout/chevron2"/>
    <dgm:cxn modelId="{46925A62-561C-4A21-8190-165A3F4418AA}" srcId="{68E95A16-3988-43E9-93D4-E9B30B4788DB}" destId="{5BA65ACB-1795-407E-BA9F-9F5E079A9D76}" srcOrd="1" destOrd="0" parTransId="{82AB8DA6-8A9A-4A4A-901E-355BCCD68930}" sibTransId="{BA6C4EEA-0DD8-4238-A2EE-117D336DB61A}"/>
    <dgm:cxn modelId="{A0FA2AB3-CE9B-49B7-B30B-BFC859D7F679}" type="presOf" srcId="{86B5BFE0-B4F3-4FB7-A790-B84516FBDAFE}" destId="{2978192D-0721-4E15-AE5A-77836B63174A}" srcOrd="0" destOrd="1" presId="urn:microsoft.com/office/officeart/2005/8/layout/chevron2"/>
    <dgm:cxn modelId="{14D62104-83E8-47C3-8DF2-9C7E9A743358}" srcId="{68E95A16-3988-43E9-93D4-E9B30B4788DB}" destId="{11CF0312-AE06-4980-9C21-B493385920E8}" srcOrd="0" destOrd="0" parTransId="{51CF395F-5373-4E37-B39B-5CDBAB1526E1}" sibTransId="{496331CD-1F1F-4DE8-810A-C168FA204480}"/>
    <dgm:cxn modelId="{2567C132-6B82-403E-A3B7-CAAEF5994190}" type="presOf" srcId="{C5A0E669-95A3-449C-A048-20D1DE7F2994}" destId="{2978192D-0721-4E15-AE5A-77836B63174A}" srcOrd="0" destOrd="0" presId="urn:microsoft.com/office/officeart/2005/8/layout/chevron2"/>
    <dgm:cxn modelId="{09A8F55F-A83A-4DD1-8915-59698E98683E}" type="presParOf" srcId="{0CFF19B3-FE8D-4025-8362-C56F80271AE7}" destId="{E91A5B24-7FF1-4384-932A-337D393C19E0}" srcOrd="0" destOrd="0" presId="urn:microsoft.com/office/officeart/2005/8/layout/chevron2"/>
    <dgm:cxn modelId="{5BCC2ED0-04E0-4018-AED0-3F2C0F1FAD39}" type="presParOf" srcId="{E91A5B24-7FF1-4384-932A-337D393C19E0}" destId="{CE0DDBC0-9F3F-4FE1-8559-8C2E80683C3E}" srcOrd="0" destOrd="0" presId="urn:microsoft.com/office/officeart/2005/8/layout/chevron2"/>
    <dgm:cxn modelId="{839B0E35-9B96-4520-B2B4-B9C5D52E819B}" type="presParOf" srcId="{E91A5B24-7FF1-4384-932A-337D393C19E0}" destId="{2978192D-0721-4E15-AE5A-77836B63174A}" srcOrd="1" destOrd="0" presId="urn:microsoft.com/office/officeart/2005/8/layout/chevron2"/>
    <dgm:cxn modelId="{9051CCE1-4BC7-4694-BBE1-C542FBFFD886}" type="presParOf" srcId="{0CFF19B3-FE8D-4025-8362-C56F80271AE7}" destId="{7C303ABD-2BCA-49CD-A1D1-19006CA0B71D}" srcOrd="1" destOrd="0" presId="urn:microsoft.com/office/officeart/2005/8/layout/chevron2"/>
    <dgm:cxn modelId="{9EB6D513-AC2B-4601-A37C-0263692665E5}" type="presParOf" srcId="{0CFF19B3-FE8D-4025-8362-C56F80271AE7}" destId="{51811B0E-2E6E-4E4D-A574-6227F12A042A}" srcOrd="2" destOrd="0" presId="urn:microsoft.com/office/officeart/2005/8/layout/chevron2"/>
    <dgm:cxn modelId="{265DC254-5133-463B-A522-5972BE9E9718}" type="presParOf" srcId="{51811B0E-2E6E-4E4D-A574-6227F12A042A}" destId="{076A952B-64B0-4EFC-B64E-8B1D2BB11C22}" srcOrd="0" destOrd="0" presId="urn:microsoft.com/office/officeart/2005/8/layout/chevron2"/>
    <dgm:cxn modelId="{715AD389-9713-4797-A6D7-687454BF0537}" type="presParOf" srcId="{51811B0E-2E6E-4E4D-A574-6227F12A042A}" destId="{2A807216-5F3F-46BD-A9DF-FE4C08B46D2B}" srcOrd="1" destOrd="0" presId="urn:microsoft.com/office/officeart/2005/8/layout/chevron2"/>
    <dgm:cxn modelId="{F2F21BE4-DC6D-4A2E-98C2-00AC3805DBF7}" type="presParOf" srcId="{0CFF19B3-FE8D-4025-8362-C56F80271AE7}" destId="{EC496C4A-1564-420A-97FA-31CC1B3CE753}" srcOrd="3" destOrd="0" presId="urn:microsoft.com/office/officeart/2005/8/layout/chevron2"/>
    <dgm:cxn modelId="{B19B1A4D-490C-4CFD-8660-D8579C8238DF}" type="presParOf" srcId="{0CFF19B3-FE8D-4025-8362-C56F80271AE7}" destId="{4DF20477-4390-4625-B6D6-CC8371F0DE5B}" srcOrd="4" destOrd="0" presId="urn:microsoft.com/office/officeart/2005/8/layout/chevron2"/>
    <dgm:cxn modelId="{62DA5212-C789-4734-9F12-57326098A835}" type="presParOf" srcId="{4DF20477-4390-4625-B6D6-CC8371F0DE5B}" destId="{26C83757-E677-4D5F-A4FD-B4206EED9B52}" srcOrd="0" destOrd="0" presId="urn:microsoft.com/office/officeart/2005/8/layout/chevron2"/>
    <dgm:cxn modelId="{1AC0A9FC-E4B7-4A59-9E0B-51953353909E}" type="presParOf" srcId="{4DF20477-4390-4625-B6D6-CC8371F0DE5B}" destId="{6AED3573-E555-4B5E-A127-4A3BAF9AD4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6696F2-9FE1-4576-AD4E-927CA917732F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309E2A-EAD2-4AFF-AC6D-A82B467FB3E6}">
      <dgm:prSet phldrT="[Text]"/>
      <dgm:spPr/>
      <dgm:t>
        <a:bodyPr/>
        <a:lstStyle/>
        <a:p>
          <a:r>
            <a:rPr lang="en-US" dirty="0" smtClean="0"/>
            <a:t>Comparative cost advantage</a:t>
          </a:r>
          <a:endParaRPr lang="en-US" dirty="0"/>
        </a:p>
      </dgm:t>
    </dgm:pt>
    <dgm:pt modelId="{F87E46DB-6BF6-4275-BADB-5F40E5BF7849}" type="parTrans" cxnId="{C949E0A9-6E44-4ED6-B283-84D8F77578B8}">
      <dgm:prSet/>
      <dgm:spPr/>
      <dgm:t>
        <a:bodyPr/>
        <a:lstStyle/>
        <a:p>
          <a:endParaRPr lang="en-US"/>
        </a:p>
      </dgm:t>
    </dgm:pt>
    <dgm:pt modelId="{B8B51248-7312-4859-A51B-8A6BEEC02E43}" type="sibTrans" cxnId="{C949E0A9-6E44-4ED6-B283-84D8F77578B8}">
      <dgm:prSet/>
      <dgm:spPr/>
      <dgm:t>
        <a:bodyPr/>
        <a:lstStyle/>
        <a:p>
          <a:endParaRPr lang="en-US"/>
        </a:p>
      </dgm:t>
    </dgm:pt>
    <dgm:pt modelId="{B324B630-93B7-4A41-BCDE-0E3ABD70C9FA}">
      <dgm:prSet phldrT="[Text]"/>
      <dgm:spPr/>
      <dgm:t>
        <a:bodyPr/>
        <a:lstStyle/>
        <a:p>
          <a:r>
            <a:rPr lang="en-US" dirty="0" smtClean="0"/>
            <a:t>Producing a product in a country more efficiently than other products</a:t>
          </a:r>
          <a:endParaRPr lang="en-US" dirty="0"/>
        </a:p>
      </dgm:t>
    </dgm:pt>
    <dgm:pt modelId="{5717D5CE-5DC3-43A1-9D10-8C0FB962AD30}" type="parTrans" cxnId="{5216B452-98FE-4F99-9337-836CB27B0557}">
      <dgm:prSet/>
      <dgm:spPr/>
      <dgm:t>
        <a:bodyPr/>
        <a:lstStyle/>
        <a:p>
          <a:endParaRPr lang="en-US"/>
        </a:p>
      </dgm:t>
    </dgm:pt>
    <dgm:pt modelId="{4E32B13F-8A8E-4CF5-BB7E-BEA383B6E60B}" type="sibTrans" cxnId="{5216B452-98FE-4F99-9337-836CB27B0557}">
      <dgm:prSet/>
      <dgm:spPr/>
      <dgm:t>
        <a:bodyPr/>
        <a:lstStyle/>
        <a:p>
          <a:endParaRPr lang="en-US"/>
        </a:p>
      </dgm:t>
    </dgm:pt>
    <dgm:pt modelId="{77F77610-5793-497C-B821-BC0697B04653}">
      <dgm:prSet phldrT="[Text]"/>
      <dgm:spPr/>
      <dgm:t>
        <a:bodyPr/>
        <a:lstStyle/>
        <a:p>
          <a:r>
            <a:rPr lang="en-US" dirty="0" smtClean="0"/>
            <a:t>Export products with comparative cost advantage and imports less cost-efficient products.</a:t>
          </a:r>
          <a:endParaRPr lang="en-US" dirty="0"/>
        </a:p>
      </dgm:t>
    </dgm:pt>
    <dgm:pt modelId="{59EFF42D-259F-4AA1-9558-7D17031970ED}" type="parTrans" cxnId="{A4EF1FC7-8686-4B08-BCDB-5297D0CABFFC}">
      <dgm:prSet/>
      <dgm:spPr/>
      <dgm:t>
        <a:bodyPr/>
        <a:lstStyle/>
        <a:p>
          <a:endParaRPr lang="en-US"/>
        </a:p>
      </dgm:t>
    </dgm:pt>
    <dgm:pt modelId="{EF3F7E80-FACF-42FA-B9A1-5D8981D864A3}" type="sibTrans" cxnId="{A4EF1FC7-8686-4B08-BCDB-5297D0CABFFC}">
      <dgm:prSet/>
      <dgm:spPr/>
      <dgm:t>
        <a:bodyPr/>
        <a:lstStyle/>
        <a:p>
          <a:endParaRPr lang="en-US"/>
        </a:p>
      </dgm:t>
    </dgm:pt>
    <dgm:pt modelId="{15F2643B-9A2D-42FB-ADBB-38B1E267D58C}">
      <dgm:prSet phldrT="[Text]"/>
      <dgm:spPr/>
      <dgm:t>
        <a:bodyPr/>
        <a:lstStyle/>
        <a:p>
          <a:r>
            <a:rPr lang="en-US" dirty="0" smtClean="0"/>
            <a:t>Focus</a:t>
          </a:r>
          <a:endParaRPr lang="en-US" dirty="0"/>
        </a:p>
      </dgm:t>
    </dgm:pt>
    <dgm:pt modelId="{6A6F517F-4658-4D2C-8E14-A8BC789A08EE}" type="parTrans" cxnId="{F958F458-55C0-4EC6-B4EE-66FFB81A81C5}">
      <dgm:prSet/>
      <dgm:spPr/>
      <dgm:t>
        <a:bodyPr/>
        <a:lstStyle/>
        <a:p>
          <a:endParaRPr lang="en-US"/>
        </a:p>
      </dgm:t>
    </dgm:pt>
    <dgm:pt modelId="{87BF66CD-C80C-4FC0-AA4A-FAF36533223A}" type="sibTrans" cxnId="{F958F458-55C0-4EC6-B4EE-66FFB81A81C5}">
      <dgm:prSet/>
      <dgm:spPr/>
      <dgm:t>
        <a:bodyPr/>
        <a:lstStyle/>
        <a:p>
          <a:endParaRPr lang="en-US"/>
        </a:p>
      </dgm:t>
    </dgm:pt>
    <dgm:pt modelId="{0D867C6B-731D-4FAA-9C0E-0BB8143D2D00}">
      <dgm:prSet phldrT="[Text]"/>
      <dgm:spPr/>
      <dgm:t>
        <a:bodyPr/>
        <a:lstStyle/>
        <a:p>
          <a:r>
            <a:rPr lang="en-US" dirty="0" err="1" smtClean="0"/>
            <a:t>Labour</a:t>
          </a:r>
          <a:r>
            <a:rPr lang="en-US" dirty="0" smtClean="0"/>
            <a:t> productivity</a:t>
          </a:r>
          <a:endParaRPr lang="en-US" dirty="0"/>
        </a:p>
      </dgm:t>
    </dgm:pt>
    <dgm:pt modelId="{7534B898-6B4C-4E75-AF03-AF731F8A4B48}" type="parTrans" cxnId="{B1B31BFE-DB63-4D6A-9E35-944641F0561A}">
      <dgm:prSet/>
      <dgm:spPr/>
      <dgm:t>
        <a:bodyPr/>
        <a:lstStyle/>
        <a:p>
          <a:endParaRPr lang="en-US"/>
        </a:p>
      </dgm:t>
    </dgm:pt>
    <dgm:pt modelId="{4974C153-F2D5-41E3-974D-0C4C3E07775A}" type="sibTrans" cxnId="{B1B31BFE-DB63-4D6A-9E35-944641F0561A}">
      <dgm:prSet/>
      <dgm:spPr/>
      <dgm:t>
        <a:bodyPr/>
        <a:lstStyle/>
        <a:p>
          <a:endParaRPr lang="en-US"/>
        </a:p>
      </dgm:t>
    </dgm:pt>
    <dgm:pt modelId="{D59AC54B-81D3-43CB-A519-76997B3E1A9B}">
      <dgm:prSet phldrT="[Text]"/>
      <dgm:spPr/>
      <dgm:t>
        <a:bodyPr/>
        <a:lstStyle/>
        <a:p>
          <a:r>
            <a:rPr lang="en-US" dirty="0" smtClean="0"/>
            <a:t>Both production and consumption impact</a:t>
          </a:r>
          <a:endParaRPr lang="en-US" dirty="0"/>
        </a:p>
      </dgm:t>
    </dgm:pt>
    <dgm:pt modelId="{8735B4AF-88C6-437B-B568-FF3D2A5B72F2}" type="parTrans" cxnId="{9684C35C-43A3-4DDC-9612-137F2128B497}">
      <dgm:prSet/>
      <dgm:spPr/>
      <dgm:t>
        <a:bodyPr/>
        <a:lstStyle/>
        <a:p>
          <a:endParaRPr lang="en-US"/>
        </a:p>
      </dgm:t>
    </dgm:pt>
    <dgm:pt modelId="{D4509F8B-C463-4347-8B8B-363D47C60141}" type="sibTrans" cxnId="{9684C35C-43A3-4DDC-9612-137F2128B497}">
      <dgm:prSet/>
      <dgm:spPr/>
      <dgm:t>
        <a:bodyPr/>
        <a:lstStyle/>
        <a:p>
          <a:endParaRPr lang="en-US"/>
        </a:p>
      </dgm:t>
    </dgm:pt>
    <dgm:pt modelId="{D73DF4A7-FFBB-47E1-9EA9-853E8DAB5CD0}">
      <dgm:prSet phldrT="[Text]"/>
      <dgm:spPr/>
      <dgm:t>
        <a:bodyPr/>
        <a:lstStyle/>
        <a:p>
          <a:r>
            <a:rPr lang="en-US" dirty="0" smtClean="0"/>
            <a:t>Criticism</a:t>
          </a:r>
          <a:endParaRPr lang="en-US" dirty="0"/>
        </a:p>
      </dgm:t>
    </dgm:pt>
    <dgm:pt modelId="{7019ABD0-33E4-47F0-859B-84217A70420D}" type="parTrans" cxnId="{31A6840C-05F9-4C8F-9FB4-2E304966F094}">
      <dgm:prSet/>
      <dgm:spPr/>
      <dgm:t>
        <a:bodyPr/>
        <a:lstStyle/>
        <a:p>
          <a:endParaRPr lang="en-US"/>
        </a:p>
      </dgm:t>
    </dgm:pt>
    <dgm:pt modelId="{B2138338-C154-4C73-B686-E26A394E164C}" type="sibTrans" cxnId="{31A6840C-05F9-4C8F-9FB4-2E304966F094}">
      <dgm:prSet/>
      <dgm:spPr/>
      <dgm:t>
        <a:bodyPr/>
        <a:lstStyle/>
        <a:p>
          <a:endParaRPr lang="en-US"/>
        </a:p>
      </dgm:t>
    </dgm:pt>
    <dgm:pt modelId="{769BBBE1-9E62-49AF-A288-7E049224FBC3}">
      <dgm:prSet phldrT="[Text]"/>
      <dgm:spPr/>
      <dgm:t>
        <a:bodyPr/>
        <a:lstStyle/>
        <a:p>
          <a:r>
            <a:rPr lang="en-US" dirty="0" smtClean="0"/>
            <a:t>Immobile resources</a:t>
          </a:r>
        </a:p>
        <a:p>
          <a:r>
            <a:rPr lang="en-US" dirty="0" smtClean="0"/>
            <a:t>Diminishing returns</a:t>
          </a:r>
          <a:endParaRPr lang="en-US" dirty="0"/>
        </a:p>
      </dgm:t>
    </dgm:pt>
    <dgm:pt modelId="{44B7DDC5-A152-47F2-B34E-86CC9C3BF617}" type="parTrans" cxnId="{B86DA862-2183-43C5-8DE1-37FD436942C4}">
      <dgm:prSet/>
      <dgm:spPr/>
      <dgm:t>
        <a:bodyPr/>
        <a:lstStyle/>
        <a:p>
          <a:endParaRPr lang="en-US"/>
        </a:p>
      </dgm:t>
    </dgm:pt>
    <dgm:pt modelId="{F1226D08-7361-4AE9-ACCD-5B5DCD7739F2}" type="sibTrans" cxnId="{B86DA862-2183-43C5-8DE1-37FD436942C4}">
      <dgm:prSet/>
      <dgm:spPr/>
      <dgm:t>
        <a:bodyPr/>
        <a:lstStyle/>
        <a:p>
          <a:endParaRPr lang="en-US"/>
        </a:p>
      </dgm:t>
    </dgm:pt>
    <dgm:pt modelId="{800C420C-90AF-4724-9F7D-EBB349054873}">
      <dgm:prSet phldrT="[Text]"/>
      <dgm:spPr/>
      <dgm:t>
        <a:bodyPr/>
        <a:lstStyle/>
        <a:p>
          <a:r>
            <a:rPr lang="en-US" dirty="0" smtClean="0"/>
            <a:t>Samuelson critique</a:t>
          </a:r>
          <a:endParaRPr lang="en-US" dirty="0"/>
        </a:p>
      </dgm:t>
    </dgm:pt>
    <dgm:pt modelId="{B8EC9485-F9F6-47D1-AA17-388CC55B0273}" type="parTrans" cxnId="{CD61C403-4A62-4953-8918-65B47565FAC7}">
      <dgm:prSet/>
      <dgm:spPr/>
      <dgm:t>
        <a:bodyPr/>
        <a:lstStyle/>
        <a:p>
          <a:endParaRPr lang="en-US"/>
        </a:p>
      </dgm:t>
    </dgm:pt>
    <dgm:pt modelId="{4DD9974E-E8DD-4A0F-ACD2-3E63357A4947}" type="sibTrans" cxnId="{CD61C403-4A62-4953-8918-65B47565FAC7}">
      <dgm:prSet/>
      <dgm:spPr/>
      <dgm:t>
        <a:bodyPr/>
        <a:lstStyle/>
        <a:p>
          <a:endParaRPr lang="en-US"/>
        </a:p>
      </dgm:t>
    </dgm:pt>
    <dgm:pt modelId="{A63B0EE6-CB0C-47CC-8342-7C50311AE36F}" type="pres">
      <dgm:prSet presAssocID="{C36696F2-9FE1-4576-AD4E-927CA917732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016AAF4-E041-4271-9ECA-F4050EC4CBE5}" type="pres">
      <dgm:prSet presAssocID="{D73DF4A7-FFBB-47E1-9EA9-853E8DAB5CD0}" presName="boxAndChildren" presStyleCnt="0"/>
      <dgm:spPr/>
    </dgm:pt>
    <dgm:pt modelId="{A4C42060-E94C-48D1-B303-49E164115F22}" type="pres">
      <dgm:prSet presAssocID="{D73DF4A7-FFBB-47E1-9EA9-853E8DAB5CD0}" presName="parentTextBox" presStyleLbl="node1" presStyleIdx="0" presStyleCnt="3"/>
      <dgm:spPr/>
      <dgm:t>
        <a:bodyPr/>
        <a:lstStyle/>
        <a:p>
          <a:endParaRPr lang="en-US"/>
        </a:p>
      </dgm:t>
    </dgm:pt>
    <dgm:pt modelId="{31E9BD95-D669-4FB1-8F02-9A0E70ABF091}" type="pres">
      <dgm:prSet presAssocID="{D73DF4A7-FFBB-47E1-9EA9-853E8DAB5CD0}" presName="entireBox" presStyleLbl="node1" presStyleIdx="0" presStyleCnt="3"/>
      <dgm:spPr/>
      <dgm:t>
        <a:bodyPr/>
        <a:lstStyle/>
        <a:p>
          <a:endParaRPr lang="en-US"/>
        </a:p>
      </dgm:t>
    </dgm:pt>
    <dgm:pt modelId="{FD141B4B-E85F-4989-98EA-917A4576DB74}" type="pres">
      <dgm:prSet presAssocID="{D73DF4A7-FFBB-47E1-9EA9-853E8DAB5CD0}" presName="descendantBox" presStyleCnt="0"/>
      <dgm:spPr/>
    </dgm:pt>
    <dgm:pt modelId="{22887740-3CAF-4CEA-AC50-CFE57DC10C6D}" type="pres">
      <dgm:prSet presAssocID="{769BBBE1-9E62-49AF-A288-7E049224FBC3}" presName="childTextBox" presStyleLbl="f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046014-2016-4A7C-87BB-ED72EB8B0728}" type="pres">
      <dgm:prSet presAssocID="{800C420C-90AF-4724-9F7D-EBB349054873}" presName="childTextBox" presStyleLbl="f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492422-FB9B-4C99-8AD2-364E1623D8B9}" type="pres">
      <dgm:prSet presAssocID="{87BF66CD-C80C-4FC0-AA4A-FAF36533223A}" presName="sp" presStyleCnt="0"/>
      <dgm:spPr/>
    </dgm:pt>
    <dgm:pt modelId="{C2A88383-1036-46D2-A3C5-718911A4837F}" type="pres">
      <dgm:prSet presAssocID="{15F2643B-9A2D-42FB-ADBB-38B1E267D58C}" presName="arrowAndChildren" presStyleCnt="0"/>
      <dgm:spPr/>
    </dgm:pt>
    <dgm:pt modelId="{4573254C-417F-4649-9A83-A7D8BA759CB3}" type="pres">
      <dgm:prSet presAssocID="{15F2643B-9A2D-42FB-ADBB-38B1E267D58C}" presName="parentTextArrow" presStyleLbl="node1" presStyleIdx="0" presStyleCnt="3"/>
      <dgm:spPr/>
      <dgm:t>
        <a:bodyPr/>
        <a:lstStyle/>
        <a:p>
          <a:endParaRPr lang="en-US"/>
        </a:p>
      </dgm:t>
    </dgm:pt>
    <dgm:pt modelId="{643AA636-75DB-4DEF-A4C3-7C3C36145E95}" type="pres">
      <dgm:prSet presAssocID="{15F2643B-9A2D-42FB-ADBB-38B1E267D58C}" presName="arrow" presStyleLbl="node1" presStyleIdx="1" presStyleCnt="3"/>
      <dgm:spPr/>
      <dgm:t>
        <a:bodyPr/>
        <a:lstStyle/>
        <a:p>
          <a:endParaRPr lang="en-US"/>
        </a:p>
      </dgm:t>
    </dgm:pt>
    <dgm:pt modelId="{8CD425F6-9B71-4473-AB60-AF0F279AD906}" type="pres">
      <dgm:prSet presAssocID="{15F2643B-9A2D-42FB-ADBB-38B1E267D58C}" presName="descendantArrow" presStyleCnt="0"/>
      <dgm:spPr/>
    </dgm:pt>
    <dgm:pt modelId="{FEC32D9F-B391-489C-9D9F-545538092F2B}" type="pres">
      <dgm:prSet presAssocID="{0D867C6B-731D-4FAA-9C0E-0BB8143D2D00}" presName="childTextArrow" presStyleLbl="f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F36DCA-907B-440D-8BE3-47800083440E}" type="pres">
      <dgm:prSet presAssocID="{D59AC54B-81D3-43CB-A519-76997B3E1A9B}" presName="childTextArrow" presStyleLbl="f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A44D26-3CBA-4272-83CE-2F57CFAA5328}" type="pres">
      <dgm:prSet presAssocID="{B8B51248-7312-4859-A51B-8A6BEEC02E43}" presName="sp" presStyleCnt="0"/>
      <dgm:spPr/>
    </dgm:pt>
    <dgm:pt modelId="{3C1DE088-595E-41E7-AC32-FE819B3BC3A1}" type="pres">
      <dgm:prSet presAssocID="{AA309E2A-EAD2-4AFF-AC6D-A82B467FB3E6}" presName="arrowAndChildren" presStyleCnt="0"/>
      <dgm:spPr/>
    </dgm:pt>
    <dgm:pt modelId="{0E39AF5A-3380-48B5-B08C-8C2C1E205788}" type="pres">
      <dgm:prSet presAssocID="{AA309E2A-EAD2-4AFF-AC6D-A82B467FB3E6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023696AF-A89B-4ABB-B575-5920CA2CF8AC}" type="pres">
      <dgm:prSet presAssocID="{AA309E2A-EAD2-4AFF-AC6D-A82B467FB3E6}" presName="arrow" presStyleLbl="node1" presStyleIdx="2" presStyleCnt="3"/>
      <dgm:spPr/>
      <dgm:t>
        <a:bodyPr/>
        <a:lstStyle/>
        <a:p>
          <a:endParaRPr lang="en-US"/>
        </a:p>
      </dgm:t>
    </dgm:pt>
    <dgm:pt modelId="{53A2DFAB-CF28-4754-AD28-6A348F61C1D6}" type="pres">
      <dgm:prSet presAssocID="{AA309E2A-EAD2-4AFF-AC6D-A82B467FB3E6}" presName="descendantArrow" presStyleCnt="0"/>
      <dgm:spPr/>
    </dgm:pt>
    <dgm:pt modelId="{A69FCE7C-F6F8-4D75-A855-B3AFC34F846B}" type="pres">
      <dgm:prSet presAssocID="{B324B630-93B7-4A41-BCDE-0E3ABD70C9FA}" presName="childTextArrow" presStyleLbl="f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444FDD-922C-4AA0-BB38-55BE7FFCB2A1}" type="pres">
      <dgm:prSet presAssocID="{77F77610-5793-497C-B821-BC0697B04653}" presName="childTextArrow" presStyleLbl="f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86DA862-2183-43C5-8DE1-37FD436942C4}" srcId="{D73DF4A7-FFBB-47E1-9EA9-853E8DAB5CD0}" destId="{769BBBE1-9E62-49AF-A288-7E049224FBC3}" srcOrd="0" destOrd="0" parTransId="{44B7DDC5-A152-47F2-B34E-86CC9C3BF617}" sibTransId="{F1226D08-7361-4AE9-ACCD-5B5DCD7739F2}"/>
    <dgm:cxn modelId="{C949E0A9-6E44-4ED6-B283-84D8F77578B8}" srcId="{C36696F2-9FE1-4576-AD4E-927CA917732F}" destId="{AA309E2A-EAD2-4AFF-AC6D-A82B467FB3E6}" srcOrd="0" destOrd="0" parTransId="{F87E46DB-6BF6-4275-BADB-5F40E5BF7849}" sibTransId="{B8B51248-7312-4859-A51B-8A6BEEC02E43}"/>
    <dgm:cxn modelId="{088C7343-062B-4459-BDFD-3B67BB7F3446}" type="presOf" srcId="{D73DF4A7-FFBB-47E1-9EA9-853E8DAB5CD0}" destId="{A4C42060-E94C-48D1-B303-49E164115F22}" srcOrd="0" destOrd="0" presId="urn:microsoft.com/office/officeart/2005/8/layout/process4"/>
    <dgm:cxn modelId="{00A98A3A-E0C0-47EB-93CC-0675FD18843B}" type="presOf" srcId="{AA309E2A-EAD2-4AFF-AC6D-A82B467FB3E6}" destId="{0E39AF5A-3380-48B5-B08C-8C2C1E205788}" srcOrd="0" destOrd="0" presId="urn:microsoft.com/office/officeart/2005/8/layout/process4"/>
    <dgm:cxn modelId="{9684C35C-43A3-4DDC-9612-137F2128B497}" srcId="{15F2643B-9A2D-42FB-ADBB-38B1E267D58C}" destId="{D59AC54B-81D3-43CB-A519-76997B3E1A9B}" srcOrd="1" destOrd="0" parTransId="{8735B4AF-88C6-437B-B568-FF3D2A5B72F2}" sibTransId="{D4509F8B-C463-4347-8B8B-363D47C60141}"/>
    <dgm:cxn modelId="{5FE3700A-30AE-4B91-BD06-93E00B6E26AD}" type="presOf" srcId="{B324B630-93B7-4A41-BCDE-0E3ABD70C9FA}" destId="{A69FCE7C-F6F8-4D75-A855-B3AFC34F846B}" srcOrd="0" destOrd="0" presId="urn:microsoft.com/office/officeart/2005/8/layout/process4"/>
    <dgm:cxn modelId="{BBE41D31-B24A-44A6-95BA-52B835D2866F}" type="presOf" srcId="{15F2643B-9A2D-42FB-ADBB-38B1E267D58C}" destId="{643AA636-75DB-4DEF-A4C3-7C3C36145E95}" srcOrd="1" destOrd="0" presId="urn:microsoft.com/office/officeart/2005/8/layout/process4"/>
    <dgm:cxn modelId="{A4EF1FC7-8686-4B08-BCDB-5297D0CABFFC}" srcId="{AA309E2A-EAD2-4AFF-AC6D-A82B467FB3E6}" destId="{77F77610-5793-497C-B821-BC0697B04653}" srcOrd="1" destOrd="0" parTransId="{59EFF42D-259F-4AA1-9558-7D17031970ED}" sibTransId="{EF3F7E80-FACF-42FA-B9A1-5D8981D864A3}"/>
    <dgm:cxn modelId="{A0685B2E-2530-481E-9A1E-2807DD52DB28}" type="presOf" srcId="{C36696F2-9FE1-4576-AD4E-927CA917732F}" destId="{A63B0EE6-CB0C-47CC-8342-7C50311AE36F}" srcOrd="0" destOrd="0" presId="urn:microsoft.com/office/officeart/2005/8/layout/process4"/>
    <dgm:cxn modelId="{B1B31BFE-DB63-4D6A-9E35-944641F0561A}" srcId="{15F2643B-9A2D-42FB-ADBB-38B1E267D58C}" destId="{0D867C6B-731D-4FAA-9C0E-0BB8143D2D00}" srcOrd="0" destOrd="0" parTransId="{7534B898-6B4C-4E75-AF03-AF731F8A4B48}" sibTransId="{4974C153-F2D5-41E3-974D-0C4C3E07775A}"/>
    <dgm:cxn modelId="{EE110739-94B3-4CF3-87B3-51E496CB2D51}" type="presOf" srcId="{D59AC54B-81D3-43CB-A519-76997B3E1A9B}" destId="{57F36DCA-907B-440D-8BE3-47800083440E}" srcOrd="0" destOrd="0" presId="urn:microsoft.com/office/officeart/2005/8/layout/process4"/>
    <dgm:cxn modelId="{CD61C403-4A62-4953-8918-65B47565FAC7}" srcId="{D73DF4A7-FFBB-47E1-9EA9-853E8DAB5CD0}" destId="{800C420C-90AF-4724-9F7D-EBB349054873}" srcOrd="1" destOrd="0" parTransId="{B8EC9485-F9F6-47D1-AA17-388CC55B0273}" sibTransId="{4DD9974E-E8DD-4A0F-ACD2-3E63357A4947}"/>
    <dgm:cxn modelId="{F958F458-55C0-4EC6-B4EE-66FFB81A81C5}" srcId="{C36696F2-9FE1-4576-AD4E-927CA917732F}" destId="{15F2643B-9A2D-42FB-ADBB-38B1E267D58C}" srcOrd="1" destOrd="0" parTransId="{6A6F517F-4658-4D2C-8E14-A8BC789A08EE}" sibTransId="{87BF66CD-C80C-4FC0-AA4A-FAF36533223A}"/>
    <dgm:cxn modelId="{31A6840C-05F9-4C8F-9FB4-2E304966F094}" srcId="{C36696F2-9FE1-4576-AD4E-927CA917732F}" destId="{D73DF4A7-FFBB-47E1-9EA9-853E8DAB5CD0}" srcOrd="2" destOrd="0" parTransId="{7019ABD0-33E4-47F0-859B-84217A70420D}" sibTransId="{B2138338-C154-4C73-B686-E26A394E164C}"/>
    <dgm:cxn modelId="{0EA58BEC-A78F-493B-AEBE-E8F1A221CFA0}" type="presOf" srcId="{D73DF4A7-FFBB-47E1-9EA9-853E8DAB5CD0}" destId="{31E9BD95-D669-4FB1-8F02-9A0E70ABF091}" srcOrd="1" destOrd="0" presId="urn:microsoft.com/office/officeart/2005/8/layout/process4"/>
    <dgm:cxn modelId="{5216B452-98FE-4F99-9337-836CB27B0557}" srcId="{AA309E2A-EAD2-4AFF-AC6D-A82B467FB3E6}" destId="{B324B630-93B7-4A41-BCDE-0E3ABD70C9FA}" srcOrd="0" destOrd="0" parTransId="{5717D5CE-5DC3-43A1-9D10-8C0FB962AD30}" sibTransId="{4E32B13F-8A8E-4CF5-BB7E-BEA383B6E60B}"/>
    <dgm:cxn modelId="{ED727FA7-8EA6-456B-85F5-2685DE7509A1}" type="presOf" srcId="{800C420C-90AF-4724-9F7D-EBB349054873}" destId="{AD046014-2016-4A7C-87BB-ED72EB8B0728}" srcOrd="0" destOrd="0" presId="urn:microsoft.com/office/officeart/2005/8/layout/process4"/>
    <dgm:cxn modelId="{2D757867-8165-4576-B9FC-0BB3B23F90CB}" type="presOf" srcId="{0D867C6B-731D-4FAA-9C0E-0BB8143D2D00}" destId="{FEC32D9F-B391-489C-9D9F-545538092F2B}" srcOrd="0" destOrd="0" presId="urn:microsoft.com/office/officeart/2005/8/layout/process4"/>
    <dgm:cxn modelId="{7872A51A-D684-4E4E-88DF-FE05E117B362}" type="presOf" srcId="{15F2643B-9A2D-42FB-ADBB-38B1E267D58C}" destId="{4573254C-417F-4649-9A83-A7D8BA759CB3}" srcOrd="0" destOrd="0" presId="urn:microsoft.com/office/officeart/2005/8/layout/process4"/>
    <dgm:cxn modelId="{48BA0E6C-0C30-4316-96C7-DD206079CF7A}" type="presOf" srcId="{769BBBE1-9E62-49AF-A288-7E049224FBC3}" destId="{22887740-3CAF-4CEA-AC50-CFE57DC10C6D}" srcOrd="0" destOrd="0" presId="urn:microsoft.com/office/officeart/2005/8/layout/process4"/>
    <dgm:cxn modelId="{04BF377A-5024-45E3-A357-25FA5549A5EC}" type="presOf" srcId="{77F77610-5793-497C-B821-BC0697B04653}" destId="{E1444FDD-922C-4AA0-BB38-55BE7FFCB2A1}" srcOrd="0" destOrd="0" presId="urn:microsoft.com/office/officeart/2005/8/layout/process4"/>
    <dgm:cxn modelId="{C6472D66-B17C-4DC1-B658-276584A61409}" type="presOf" srcId="{AA309E2A-EAD2-4AFF-AC6D-A82B467FB3E6}" destId="{023696AF-A89B-4ABB-B575-5920CA2CF8AC}" srcOrd="1" destOrd="0" presId="urn:microsoft.com/office/officeart/2005/8/layout/process4"/>
    <dgm:cxn modelId="{34B1C6C9-E6D3-4958-9110-F182FA477B6B}" type="presParOf" srcId="{A63B0EE6-CB0C-47CC-8342-7C50311AE36F}" destId="{5016AAF4-E041-4271-9ECA-F4050EC4CBE5}" srcOrd="0" destOrd="0" presId="urn:microsoft.com/office/officeart/2005/8/layout/process4"/>
    <dgm:cxn modelId="{18EFF5B9-1D84-4004-8FDA-14EF8C9853CF}" type="presParOf" srcId="{5016AAF4-E041-4271-9ECA-F4050EC4CBE5}" destId="{A4C42060-E94C-48D1-B303-49E164115F22}" srcOrd="0" destOrd="0" presId="urn:microsoft.com/office/officeart/2005/8/layout/process4"/>
    <dgm:cxn modelId="{D7B53D0E-480D-482C-8B84-71BBE9E344AE}" type="presParOf" srcId="{5016AAF4-E041-4271-9ECA-F4050EC4CBE5}" destId="{31E9BD95-D669-4FB1-8F02-9A0E70ABF091}" srcOrd="1" destOrd="0" presId="urn:microsoft.com/office/officeart/2005/8/layout/process4"/>
    <dgm:cxn modelId="{ACBA9573-74F9-4689-A4DA-2D596A2052C3}" type="presParOf" srcId="{5016AAF4-E041-4271-9ECA-F4050EC4CBE5}" destId="{FD141B4B-E85F-4989-98EA-917A4576DB74}" srcOrd="2" destOrd="0" presId="urn:microsoft.com/office/officeart/2005/8/layout/process4"/>
    <dgm:cxn modelId="{59C14C5B-21C9-49EF-986A-77191B1AB11A}" type="presParOf" srcId="{FD141B4B-E85F-4989-98EA-917A4576DB74}" destId="{22887740-3CAF-4CEA-AC50-CFE57DC10C6D}" srcOrd="0" destOrd="0" presId="urn:microsoft.com/office/officeart/2005/8/layout/process4"/>
    <dgm:cxn modelId="{7B957801-C81C-4D3B-8614-A1011618CDCC}" type="presParOf" srcId="{FD141B4B-E85F-4989-98EA-917A4576DB74}" destId="{AD046014-2016-4A7C-87BB-ED72EB8B0728}" srcOrd="1" destOrd="0" presId="urn:microsoft.com/office/officeart/2005/8/layout/process4"/>
    <dgm:cxn modelId="{EA642AD6-7385-4475-A01D-1443998F5862}" type="presParOf" srcId="{A63B0EE6-CB0C-47CC-8342-7C50311AE36F}" destId="{D1492422-FB9B-4C99-8AD2-364E1623D8B9}" srcOrd="1" destOrd="0" presId="urn:microsoft.com/office/officeart/2005/8/layout/process4"/>
    <dgm:cxn modelId="{2078E385-9947-4D6C-A7BF-0B8ED6FCD689}" type="presParOf" srcId="{A63B0EE6-CB0C-47CC-8342-7C50311AE36F}" destId="{C2A88383-1036-46D2-A3C5-718911A4837F}" srcOrd="2" destOrd="0" presId="urn:microsoft.com/office/officeart/2005/8/layout/process4"/>
    <dgm:cxn modelId="{095B043D-78A1-430F-B8FB-6339427D8BBF}" type="presParOf" srcId="{C2A88383-1036-46D2-A3C5-718911A4837F}" destId="{4573254C-417F-4649-9A83-A7D8BA759CB3}" srcOrd="0" destOrd="0" presId="urn:microsoft.com/office/officeart/2005/8/layout/process4"/>
    <dgm:cxn modelId="{5BF7268B-9BCE-453A-A20A-BAC79E0B72EB}" type="presParOf" srcId="{C2A88383-1036-46D2-A3C5-718911A4837F}" destId="{643AA636-75DB-4DEF-A4C3-7C3C36145E95}" srcOrd="1" destOrd="0" presId="urn:microsoft.com/office/officeart/2005/8/layout/process4"/>
    <dgm:cxn modelId="{D478D4E2-D427-47EC-AF11-DE0DDF52E7B7}" type="presParOf" srcId="{C2A88383-1036-46D2-A3C5-718911A4837F}" destId="{8CD425F6-9B71-4473-AB60-AF0F279AD906}" srcOrd="2" destOrd="0" presId="urn:microsoft.com/office/officeart/2005/8/layout/process4"/>
    <dgm:cxn modelId="{474E87B6-28D2-4F26-95F4-BD07323E495C}" type="presParOf" srcId="{8CD425F6-9B71-4473-AB60-AF0F279AD906}" destId="{FEC32D9F-B391-489C-9D9F-545538092F2B}" srcOrd="0" destOrd="0" presId="urn:microsoft.com/office/officeart/2005/8/layout/process4"/>
    <dgm:cxn modelId="{C8484B1C-2796-4BAD-B250-2B91A77C10F8}" type="presParOf" srcId="{8CD425F6-9B71-4473-AB60-AF0F279AD906}" destId="{57F36DCA-907B-440D-8BE3-47800083440E}" srcOrd="1" destOrd="0" presId="urn:microsoft.com/office/officeart/2005/8/layout/process4"/>
    <dgm:cxn modelId="{FE29C130-5A3F-468A-8D92-F0BA90189540}" type="presParOf" srcId="{A63B0EE6-CB0C-47CC-8342-7C50311AE36F}" destId="{14A44D26-3CBA-4272-83CE-2F57CFAA5328}" srcOrd="3" destOrd="0" presId="urn:microsoft.com/office/officeart/2005/8/layout/process4"/>
    <dgm:cxn modelId="{736ADB51-687D-4017-94EF-3457FD604665}" type="presParOf" srcId="{A63B0EE6-CB0C-47CC-8342-7C50311AE36F}" destId="{3C1DE088-595E-41E7-AC32-FE819B3BC3A1}" srcOrd="4" destOrd="0" presId="urn:microsoft.com/office/officeart/2005/8/layout/process4"/>
    <dgm:cxn modelId="{AA85B866-D3BA-4825-BD61-E03A61F11996}" type="presParOf" srcId="{3C1DE088-595E-41E7-AC32-FE819B3BC3A1}" destId="{0E39AF5A-3380-48B5-B08C-8C2C1E205788}" srcOrd="0" destOrd="0" presId="urn:microsoft.com/office/officeart/2005/8/layout/process4"/>
    <dgm:cxn modelId="{B4077759-D5C4-4ACA-B510-AD832073EC9F}" type="presParOf" srcId="{3C1DE088-595E-41E7-AC32-FE819B3BC3A1}" destId="{023696AF-A89B-4ABB-B575-5920CA2CF8AC}" srcOrd="1" destOrd="0" presId="urn:microsoft.com/office/officeart/2005/8/layout/process4"/>
    <dgm:cxn modelId="{DBA5D0BC-A03A-4762-81A6-5F6CFA04C6A3}" type="presParOf" srcId="{3C1DE088-595E-41E7-AC32-FE819B3BC3A1}" destId="{53A2DFAB-CF28-4754-AD28-6A348F61C1D6}" srcOrd="2" destOrd="0" presId="urn:microsoft.com/office/officeart/2005/8/layout/process4"/>
    <dgm:cxn modelId="{77F2B98A-BFC9-4D4D-A5D5-FCADA5BA8C70}" type="presParOf" srcId="{53A2DFAB-CF28-4754-AD28-6A348F61C1D6}" destId="{A69FCE7C-F6F8-4D75-A855-B3AFC34F846B}" srcOrd="0" destOrd="0" presId="urn:microsoft.com/office/officeart/2005/8/layout/process4"/>
    <dgm:cxn modelId="{BBD97BED-A97D-430E-A553-AE2765D46997}" type="presParOf" srcId="{53A2DFAB-CF28-4754-AD28-6A348F61C1D6}" destId="{E1444FDD-922C-4AA0-BB38-55BE7FFCB2A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DC96DE-EB3E-4CA1-8F86-C937DA11FD08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F6587F-A622-4E8F-90C2-872FC42E9ED0}">
      <dgm:prSet phldrT="[Text]"/>
      <dgm:spPr/>
      <dgm:t>
        <a:bodyPr/>
        <a:lstStyle/>
        <a:p>
          <a:r>
            <a:rPr lang="en-US" dirty="0" smtClean="0"/>
            <a:t>How the gains could be divided</a:t>
          </a:r>
          <a:endParaRPr lang="en-US" dirty="0"/>
        </a:p>
      </dgm:t>
    </dgm:pt>
    <dgm:pt modelId="{937258E2-A505-4952-B721-607E629CA783}" type="parTrans" cxnId="{4FC2380A-94E5-4F99-B140-C50582E35C3A}">
      <dgm:prSet/>
      <dgm:spPr/>
      <dgm:t>
        <a:bodyPr/>
        <a:lstStyle/>
        <a:p>
          <a:endParaRPr lang="en-US"/>
        </a:p>
      </dgm:t>
    </dgm:pt>
    <dgm:pt modelId="{9286023D-A5ED-4B61-B010-74AAE3B6C440}" type="sibTrans" cxnId="{4FC2380A-94E5-4F99-B140-C50582E35C3A}">
      <dgm:prSet/>
      <dgm:spPr/>
      <dgm:t>
        <a:bodyPr/>
        <a:lstStyle/>
        <a:p>
          <a:endParaRPr lang="en-US"/>
        </a:p>
      </dgm:t>
    </dgm:pt>
    <dgm:pt modelId="{15335A0B-88A4-44D1-857D-6F57C493261D}">
      <dgm:prSet phldrT="[Text]"/>
      <dgm:spPr/>
      <dgm:t>
        <a:bodyPr/>
        <a:lstStyle/>
        <a:p>
          <a:r>
            <a:rPr lang="en-US" dirty="0" smtClean="0"/>
            <a:t>The terms of trade depends upon the demand for imported products by countries</a:t>
          </a:r>
          <a:endParaRPr lang="en-US" dirty="0"/>
        </a:p>
      </dgm:t>
    </dgm:pt>
    <dgm:pt modelId="{5F0189DC-942E-4168-95C5-47BC22638AA7}" type="parTrans" cxnId="{9CCAECE0-A0B0-4A32-8F5E-E04A9FC60A12}">
      <dgm:prSet/>
      <dgm:spPr/>
      <dgm:t>
        <a:bodyPr/>
        <a:lstStyle/>
        <a:p>
          <a:endParaRPr lang="en-US"/>
        </a:p>
      </dgm:t>
    </dgm:pt>
    <dgm:pt modelId="{A5623031-8F7D-4E1F-BB06-3BAFD1315DB2}" type="sibTrans" cxnId="{9CCAECE0-A0B0-4A32-8F5E-E04A9FC60A12}">
      <dgm:prSet/>
      <dgm:spPr/>
      <dgm:t>
        <a:bodyPr/>
        <a:lstStyle/>
        <a:p>
          <a:endParaRPr lang="en-US"/>
        </a:p>
      </dgm:t>
    </dgm:pt>
    <dgm:pt modelId="{59564934-24A6-4AB3-B1F0-3B8E0CD1EC64}">
      <dgm:prSet phldrT="[Text]"/>
      <dgm:spPr/>
      <dgm:t>
        <a:bodyPr/>
        <a:lstStyle/>
        <a:p>
          <a:r>
            <a:rPr lang="en-US" dirty="0" smtClean="0"/>
            <a:t>Relative strength of demand for imports</a:t>
          </a:r>
          <a:endParaRPr lang="en-US" dirty="0"/>
        </a:p>
      </dgm:t>
    </dgm:pt>
    <dgm:pt modelId="{501BEEC7-681E-409C-8E2D-2308B49A50B6}" type="parTrans" cxnId="{BC8FF69C-8BC9-4968-87A8-2FC3B46C46A8}">
      <dgm:prSet/>
      <dgm:spPr/>
      <dgm:t>
        <a:bodyPr/>
        <a:lstStyle/>
        <a:p>
          <a:endParaRPr lang="en-US"/>
        </a:p>
      </dgm:t>
    </dgm:pt>
    <dgm:pt modelId="{73AAA7B1-81B3-4D08-B991-9008FF01826F}" type="sibTrans" cxnId="{BC8FF69C-8BC9-4968-87A8-2FC3B46C46A8}">
      <dgm:prSet/>
      <dgm:spPr/>
      <dgm:t>
        <a:bodyPr/>
        <a:lstStyle/>
        <a:p>
          <a:endParaRPr lang="en-US"/>
        </a:p>
      </dgm:t>
    </dgm:pt>
    <dgm:pt modelId="{78A81E45-EAC1-4E32-A354-A7AF5640B942}">
      <dgm:prSet phldrT="[Text]"/>
      <dgm:spPr/>
      <dgm:t>
        <a:bodyPr/>
        <a:lstStyle/>
        <a:p>
          <a:r>
            <a:rPr lang="en-US" dirty="0" smtClean="0"/>
            <a:t>Inclinations and circumstances of the consumers on both sides</a:t>
          </a:r>
          <a:endParaRPr lang="en-US" dirty="0"/>
        </a:p>
      </dgm:t>
    </dgm:pt>
    <dgm:pt modelId="{49EB48B4-7159-49A7-B0F0-7B36EC9181BB}" type="parTrans" cxnId="{FD5D93C4-D4A3-4D7A-86E7-B43128B15D1B}">
      <dgm:prSet/>
      <dgm:spPr/>
      <dgm:t>
        <a:bodyPr/>
        <a:lstStyle/>
        <a:p>
          <a:endParaRPr lang="en-US"/>
        </a:p>
      </dgm:t>
    </dgm:pt>
    <dgm:pt modelId="{FF42399C-3C89-4462-8390-8E9A7B93483F}" type="sibTrans" cxnId="{FD5D93C4-D4A3-4D7A-86E7-B43128B15D1B}">
      <dgm:prSet/>
      <dgm:spPr/>
      <dgm:t>
        <a:bodyPr/>
        <a:lstStyle/>
        <a:p>
          <a:endParaRPr lang="en-US"/>
        </a:p>
      </dgm:t>
    </dgm:pt>
    <dgm:pt modelId="{C44EED4B-D8D5-4B84-9021-8CB30A57886E}">
      <dgm:prSet phldrT="[Text]"/>
      <dgm:spPr/>
      <dgm:t>
        <a:bodyPr/>
        <a:lstStyle/>
        <a:p>
          <a:r>
            <a:rPr lang="en-US" dirty="0" smtClean="0"/>
            <a:t>Price equilibrium ( International demand equation or law of international values)</a:t>
          </a:r>
          <a:endParaRPr lang="en-US" dirty="0"/>
        </a:p>
      </dgm:t>
    </dgm:pt>
    <dgm:pt modelId="{BE45E2EA-79A4-44F2-B9BC-6A8EE55AD5F3}" type="parTrans" cxnId="{957C536E-2F0F-4D98-A99D-801275C5CEAA}">
      <dgm:prSet/>
      <dgm:spPr/>
      <dgm:t>
        <a:bodyPr/>
        <a:lstStyle/>
        <a:p>
          <a:endParaRPr lang="en-US"/>
        </a:p>
      </dgm:t>
    </dgm:pt>
    <dgm:pt modelId="{FA8A24BD-B22F-406E-B1D8-54E9D117DFA3}" type="sibTrans" cxnId="{957C536E-2F0F-4D98-A99D-801275C5CEAA}">
      <dgm:prSet/>
      <dgm:spPr/>
      <dgm:t>
        <a:bodyPr/>
        <a:lstStyle/>
        <a:p>
          <a:endParaRPr lang="en-US"/>
        </a:p>
      </dgm:t>
    </dgm:pt>
    <dgm:pt modelId="{C0B2E61C-F0C5-4F6F-8B2C-5B3EE9EBA38B}">
      <dgm:prSet phldrT="[Text]"/>
      <dgm:spPr/>
      <dgm:t>
        <a:bodyPr/>
        <a:lstStyle/>
        <a:p>
          <a:r>
            <a:rPr lang="en-US" dirty="0" smtClean="0"/>
            <a:t>The quantities required by each country of the articles which it exports to neighbor exactly sufficient to pay for its imports.</a:t>
          </a:r>
          <a:endParaRPr lang="en-US" dirty="0"/>
        </a:p>
      </dgm:t>
    </dgm:pt>
    <dgm:pt modelId="{702D66A7-391C-411F-8D85-CFCE6FDB73D9}" type="parTrans" cxnId="{E3FDAB9F-BC9A-475A-928D-81BD9374B3F9}">
      <dgm:prSet/>
      <dgm:spPr/>
      <dgm:t>
        <a:bodyPr/>
        <a:lstStyle/>
        <a:p>
          <a:endParaRPr lang="en-US"/>
        </a:p>
      </dgm:t>
    </dgm:pt>
    <dgm:pt modelId="{B1D8C9C2-DE3C-41B5-9B8B-7E62F30B9FC3}" type="sibTrans" cxnId="{E3FDAB9F-BC9A-475A-928D-81BD9374B3F9}">
      <dgm:prSet/>
      <dgm:spPr/>
      <dgm:t>
        <a:bodyPr/>
        <a:lstStyle/>
        <a:p>
          <a:endParaRPr lang="en-US"/>
        </a:p>
      </dgm:t>
    </dgm:pt>
    <dgm:pt modelId="{14DA4CA2-D34E-4A24-944F-98B9134A0BD6}" type="pres">
      <dgm:prSet presAssocID="{FCDC96DE-EB3E-4CA1-8F86-C937DA11FD08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17D0EC1-6515-47BC-A73C-FD42E76704BD}" type="pres">
      <dgm:prSet presAssocID="{0FF6587F-A622-4E8F-90C2-872FC42E9ED0}" presName="circle1" presStyleLbl="node1" presStyleIdx="0" presStyleCnt="3"/>
      <dgm:spPr/>
    </dgm:pt>
    <dgm:pt modelId="{7BA4159A-F093-4EBE-A00B-9A0D5277A0BC}" type="pres">
      <dgm:prSet presAssocID="{0FF6587F-A622-4E8F-90C2-872FC42E9ED0}" presName="space" presStyleCnt="0"/>
      <dgm:spPr/>
    </dgm:pt>
    <dgm:pt modelId="{E9BE2877-B7CC-4773-9360-1E943415A294}" type="pres">
      <dgm:prSet presAssocID="{0FF6587F-A622-4E8F-90C2-872FC42E9ED0}" presName="rect1" presStyleLbl="alignAcc1" presStyleIdx="0" presStyleCnt="3"/>
      <dgm:spPr/>
      <dgm:t>
        <a:bodyPr/>
        <a:lstStyle/>
        <a:p>
          <a:endParaRPr lang="en-US"/>
        </a:p>
      </dgm:t>
    </dgm:pt>
    <dgm:pt modelId="{41AEA19B-FA04-4C21-A8BE-1856F29DCE99}" type="pres">
      <dgm:prSet presAssocID="{59564934-24A6-4AB3-B1F0-3B8E0CD1EC64}" presName="vertSpace2" presStyleLbl="node1" presStyleIdx="0" presStyleCnt="3"/>
      <dgm:spPr/>
    </dgm:pt>
    <dgm:pt modelId="{D0B74958-8CED-4FF7-B71B-B134760F4194}" type="pres">
      <dgm:prSet presAssocID="{59564934-24A6-4AB3-B1F0-3B8E0CD1EC64}" presName="circle2" presStyleLbl="node1" presStyleIdx="1" presStyleCnt="3"/>
      <dgm:spPr/>
    </dgm:pt>
    <dgm:pt modelId="{F6C6E4E4-FB4C-4F30-9340-DFA23E8D018A}" type="pres">
      <dgm:prSet presAssocID="{59564934-24A6-4AB3-B1F0-3B8E0CD1EC64}" presName="rect2" presStyleLbl="alignAcc1" presStyleIdx="1" presStyleCnt="3"/>
      <dgm:spPr/>
      <dgm:t>
        <a:bodyPr/>
        <a:lstStyle/>
        <a:p>
          <a:endParaRPr lang="en-US"/>
        </a:p>
      </dgm:t>
    </dgm:pt>
    <dgm:pt modelId="{39D96CC8-1E19-45A9-84BB-80C3B237A54F}" type="pres">
      <dgm:prSet presAssocID="{C44EED4B-D8D5-4B84-9021-8CB30A57886E}" presName="vertSpace3" presStyleLbl="node1" presStyleIdx="1" presStyleCnt="3"/>
      <dgm:spPr/>
    </dgm:pt>
    <dgm:pt modelId="{7D6BDF9E-6D26-4239-8392-7AD6DD347BC3}" type="pres">
      <dgm:prSet presAssocID="{C44EED4B-D8D5-4B84-9021-8CB30A57886E}" presName="circle3" presStyleLbl="node1" presStyleIdx="2" presStyleCnt="3"/>
      <dgm:spPr/>
    </dgm:pt>
    <dgm:pt modelId="{494AB4FB-A108-4DBE-AD9E-235B015C88A3}" type="pres">
      <dgm:prSet presAssocID="{C44EED4B-D8D5-4B84-9021-8CB30A57886E}" presName="rect3" presStyleLbl="alignAcc1" presStyleIdx="2" presStyleCnt="3"/>
      <dgm:spPr/>
      <dgm:t>
        <a:bodyPr/>
        <a:lstStyle/>
        <a:p>
          <a:endParaRPr lang="en-US"/>
        </a:p>
      </dgm:t>
    </dgm:pt>
    <dgm:pt modelId="{343D534B-AA10-4616-8F33-CEC5D6773BD7}" type="pres">
      <dgm:prSet presAssocID="{0FF6587F-A622-4E8F-90C2-872FC42E9ED0}" presName="rect1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3BB6AE-3A07-4287-9855-DDC8E632238B}" type="pres">
      <dgm:prSet presAssocID="{0FF6587F-A622-4E8F-90C2-872FC42E9ED0}" presName="rect1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324588-0B1C-4BE0-BE04-01003A719ED8}" type="pres">
      <dgm:prSet presAssocID="{59564934-24A6-4AB3-B1F0-3B8E0CD1EC64}" presName="rect2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95A236-32B3-4CE3-82E1-D8492B6BE416}" type="pres">
      <dgm:prSet presAssocID="{59564934-24A6-4AB3-B1F0-3B8E0CD1EC64}" presName="rect2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E44B0-3248-489E-A5AF-8373BFD41438}" type="pres">
      <dgm:prSet presAssocID="{C44EED4B-D8D5-4B84-9021-8CB30A57886E}" presName="rect3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A329D6-C9AA-450B-94D2-17D0AAFC36D3}" type="pres">
      <dgm:prSet presAssocID="{C44EED4B-D8D5-4B84-9021-8CB30A57886E}" presName="rect3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386203F-65A7-4D82-95E1-4CDA2A0A147E}" type="presOf" srcId="{78A81E45-EAC1-4E32-A354-A7AF5640B942}" destId="{D595A236-32B3-4CE3-82E1-D8492B6BE416}" srcOrd="0" destOrd="0" presId="urn:microsoft.com/office/officeart/2005/8/layout/target3"/>
    <dgm:cxn modelId="{3BC38341-8A1D-42A5-8DFA-8C658F10A6E9}" type="presOf" srcId="{59564934-24A6-4AB3-B1F0-3B8E0CD1EC64}" destId="{F6C6E4E4-FB4C-4F30-9340-DFA23E8D018A}" srcOrd="0" destOrd="0" presId="urn:microsoft.com/office/officeart/2005/8/layout/target3"/>
    <dgm:cxn modelId="{FD5D93C4-D4A3-4D7A-86E7-B43128B15D1B}" srcId="{59564934-24A6-4AB3-B1F0-3B8E0CD1EC64}" destId="{78A81E45-EAC1-4E32-A354-A7AF5640B942}" srcOrd="0" destOrd="0" parTransId="{49EB48B4-7159-49A7-B0F0-7B36EC9181BB}" sibTransId="{FF42399C-3C89-4462-8390-8E9A7B93483F}"/>
    <dgm:cxn modelId="{FE8BFCBC-EB52-4673-B121-71A94162DBEB}" type="presOf" srcId="{C44EED4B-D8D5-4B84-9021-8CB30A57886E}" destId="{F2DE44B0-3248-489E-A5AF-8373BFD41438}" srcOrd="1" destOrd="0" presId="urn:microsoft.com/office/officeart/2005/8/layout/target3"/>
    <dgm:cxn modelId="{BC1B0668-7FCF-4622-A4AE-47D81537EFE3}" type="presOf" srcId="{C0B2E61C-F0C5-4F6F-8B2C-5B3EE9EBA38B}" destId="{FAA329D6-C9AA-450B-94D2-17D0AAFC36D3}" srcOrd="0" destOrd="0" presId="urn:microsoft.com/office/officeart/2005/8/layout/target3"/>
    <dgm:cxn modelId="{13309DE0-18AA-4612-A85F-8187FA394AEE}" type="presOf" srcId="{FCDC96DE-EB3E-4CA1-8F86-C937DA11FD08}" destId="{14DA4CA2-D34E-4A24-944F-98B9134A0BD6}" srcOrd="0" destOrd="0" presId="urn:microsoft.com/office/officeart/2005/8/layout/target3"/>
    <dgm:cxn modelId="{E3FDAB9F-BC9A-475A-928D-81BD9374B3F9}" srcId="{C44EED4B-D8D5-4B84-9021-8CB30A57886E}" destId="{C0B2E61C-F0C5-4F6F-8B2C-5B3EE9EBA38B}" srcOrd="0" destOrd="0" parTransId="{702D66A7-391C-411F-8D85-CFCE6FDB73D9}" sibTransId="{B1D8C9C2-DE3C-41B5-9B8B-7E62F30B9FC3}"/>
    <dgm:cxn modelId="{957C536E-2F0F-4D98-A99D-801275C5CEAA}" srcId="{FCDC96DE-EB3E-4CA1-8F86-C937DA11FD08}" destId="{C44EED4B-D8D5-4B84-9021-8CB30A57886E}" srcOrd="2" destOrd="0" parTransId="{BE45E2EA-79A4-44F2-B9BC-6A8EE55AD5F3}" sibTransId="{FA8A24BD-B22F-406E-B1D8-54E9D117DFA3}"/>
    <dgm:cxn modelId="{207F9431-BCE4-401F-A905-F365EE37DBA7}" type="presOf" srcId="{C44EED4B-D8D5-4B84-9021-8CB30A57886E}" destId="{494AB4FB-A108-4DBE-AD9E-235B015C88A3}" srcOrd="0" destOrd="0" presId="urn:microsoft.com/office/officeart/2005/8/layout/target3"/>
    <dgm:cxn modelId="{9CCAECE0-A0B0-4A32-8F5E-E04A9FC60A12}" srcId="{0FF6587F-A622-4E8F-90C2-872FC42E9ED0}" destId="{15335A0B-88A4-44D1-857D-6F57C493261D}" srcOrd="0" destOrd="0" parTransId="{5F0189DC-942E-4168-95C5-47BC22638AA7}" sibTransId="{A5623031-8F7D-4E1F-BB06-3BAFD1315DB2}"/>
    <dgm:cxn modelId="{4606A964-92D6-4B7B-BD58-79CF6BED0DDE}" type="presOf" srcId="{59564934-24A6-4AB3-B1F0-3B8E0CD1EC64}" destId="{B5324588-0B1C-4BE0-BE04-01003A719ED8}" srcOrd="1" destOrd="0" presId="urn:microsoft.com/office/officeart/2005/8/layout/target3"/>
    <dgm:cxn modelId="{14FCC5AA-6928-4935-B536-880AABE0E65E}" type="presOf" srcId="{0FF6587F-A622-4E8F-90C2-872FC42E9ED0}" destId="{E9BE2877-B7CC-4773-9360-1E943415A294}" srcOrd="0" destOrd="0" presId="urn:microsoft.com/office/officeart/2005/8/layout/target3"/>
    <dgm:cxn modelId="{DB4005CB-B599-4713-93E6-F5997687B5D9}" type="presOf" srcId="{0FF6587F-A622-4E8F-90C2-872FC42E9ED0}" destId="{343D534B-AA10-4616-8F33-CEC5D6773BD7}" srcOrd="1" destOrd="0" presId="urn:microsoft.com/office/officeart/2005/8/layout/target3"/>
    <dgm:cxn modelId="{E4D8C126-66FB-4841-B83E-5014C0CEF8A3}" type="presOf" srcId="{15335A0B-88A4-44D1-857D-6F57C493261D}" destId="{3D3BB6AE-3A07-4287-9855-DDC8E632238B}" srcOrd="0" destOrd="0" presId="urn:microsoft.com/office/officeart/2005/8/layout/target3"/>
    <dgm:cxn modelId="{4FC2380A-94E5-4F99-B140-C50582E35C3A}" srcId="{FCDC96DE-EB3E-4CA1-8F86-C937DA11FD08}" destId="{0FF6587F-A622-4E8F-90C2-872FC42E9ED0}" srcOrd="0" destOrd="0" parTransId="{937258E2-A505-4952-B721-607E629CA783}" sibTransId="{9286023D-A5ED-4B61-B010-74AAE3B6C440}"/>
    <dgm:cxn modelId="{BC8FF69C-8BC9-4968-87A8-2FC3B46C46A8}" srcId="{FCDC96DE-EB3E-4CA1-8F86-C937DA11FD08}" destId="{59564934-24A6-4AB3-B1F0-3B8E0CD1EC64}" srcOrd="1" destOrd="0" parTransId="{501BEEC7-681E-409C-8E2D-2308B49A50B6}" sibTransId="{73AAA7B1-81B3-4D08-B991-9008FF01826F}"/>
    <dgm:cxn modelId="{DFA6FFCD-ED97-41F9-994E-D693EDA65DAA}" type="presParOf" srcId="{14DA4CA2-D34E-4A24-944F-98B9134A0BD6}" destId="{817D0EC1-6515-47BC-A73C-FD42E76704BD}" srcOrd="0" destOrd="0" presId="urn:microsoft.com/office/officeart/2005/8/layout/target3"/>
    <dgm:cxn modelId="{A2B2F1E9-609A-4B66-BE87-58AF573449E8}" type="presParOf" srcId="{14DA4CA2-D34E-4A24-944F-98B9134A0BD6}" destId="{7BA4159A-F093-4EBE-A00B-9A0D5277A0BC}" srcOrd="1" destOrd="0" presId="urn:microsoft.com/office/officeart/2005/8/layout/target3"/>
    <dgm:cxn modelId="{FD182357-33B7-43F9-A3D5-A67AE9343482}" type="presParOf" srcId="{14DA4CA2-D34E-4A24-944F-98B9134A0BD6}" destId="{E9BE2877-B7CC-4773-9360-1E943415A294}" srcOrd="2" destOrd="0" presId="urn:microsoft.com/office/officeart/2005/8/layout/target3"/>
    <dgm:cxn modelId="{9B5DA3BD-2188-45AC-A7FA-0C2AB8AD3A38}" type="presParOf" srcId="{14DA4CA2-D34E-4A24-944F-98B9134A0BD6}" destId="{41AEA19B-FA04-4C21-A8BE-1856F29DCE99}" srcOrd="3" destOrd="0" presId="urn:microsoft.com/office/officeart/2005/8/layout/target3"/>
    <dgm:cxn modelId="{83317A98-029B-4271-A2C4-62AAFE21C169}" type="presParOf" srcId="{14DA4CA2-D34E-4A24-944F-98B9134A0BD6}" destId="{D0B74958-8CED-4FF7-B71B-B134760F4194}" srcOrd="4" destOrd="0" presId="urn:microsoft.com/office/officeart/2005/8/layout/target3"/>
    <dgm:cxn modelId="{CA131477-7EC0-4428-AE60-4A2DB53ED57D}" type="presParOf" srcId="{14DA4CA2-D34E-4A24-944F-98B9134A0BD6}" destId="{F6C6E4E4-FB4C-4F30-9340-DFA23E8D018A}" srcOrd="5" destOrd="0" presId="urn:microsoft.com/office/officeart/2005/8/layout/target3"/>
    <dgm:cxn modelId="{CFD9F9E3-38D3-429F-BCD5-7B601BC11021}" type="presParOf" srcId="{14DA4CA2-D34E-4A24-944F-98B9134A0BD6}" destId="{39D96CC8-1E19-45A9-84BB-80C3B237A54F}" srcOrd="6" destOrd="0" presId="urn:microsoft.com/office/officeart/2005/8/layout/target3"/>
    <dgm:cxn modelId="{EC2E4CA4-219A-4E47-A5C8-CEE03E24CAB4}" type="presParOf" srcId="{14DA4CA2-D34E-4A24-944F-98B9134A0BD6}" destId="{7D6BDF9E-6D26-4239-8392-7AD6DD347BC3}" srcOrd="7" destOrd="0" presId="urn:microsoft.com/office/officeart/2005/8/layout/target3"/>
    <dgm:cxn modelId="{ECA71931-B6D2-4219-B809-CEE27AA5A8AF}" type="presParOf" srcId="{14DA4CA2-D34E-4A24-944F-98B9134A0BD6}" destId="{494AB4FB-A108-4DBE-AD9E-235B015C88A3}" srcOrd="8" destOrd="0" presId="urn:microsoft.com/office/officeart/2005/8/layout/target3"/>
    <dgm:cxn modelId="{A1F16792-A9DD-4BD7-ABD2-C6203F14744C}" type="presParOf" srcId="{14DA4CA2-D34E-4A24-944F-98B9134A0BD6}" destId="{343D534B-AA10-4616-8F33-CEC5D6773BD7}" srcOrd="9" destOrd="0" presId="urn:microsoft.com/office/officeart/2005/8/layout/target3"/>
    <dgm:cxn modelId="{7F41A819-6E16-4A47-B376-47BA446CF005}" type="presParOf" srcId="{14DA4CA2-D34E-4A24-944F-98B9134A0BD6}" destId="{3D3BB6AE-3A07-4287-9855-DDC8E632238B}" srcOrd="10" destOrd="0" presId="urn:microsoft.com/office/officeart/2005/8/layout/target3"/>
    <dgm:cxn modelId="{AF3B8700-AE37-4455-B8F0-6BC7358BD039}" type="presParOf" srcId="{14DA4CA2-D34E-4A24-944F-98B9134A0BD6}" destId="{B5324588-0B1C-4BE0-BE04-01003A719ED8}" srcOrd="11" destOrd="0" presId="urn:microsoft.com/office/officeart/2005/8/layout/target3"/>
    <dgm:cxn modelId="{A8B731BF-1FF6-4F11-98DE-6EC7824D79D3}" type="presParOf" srcId="{14DA4CA2-D34E-4A24-944F-98B9134A0BD6}" destId="{D595A236-32B3-4CE3-82E1-D8492B6BE416}" srcOrd="12" destOrd="0" presId="urn:microsoft.com/office/officeart/2005/8/layout/target3"/>
    <dgm:cxn modelId="{4594D6B6-40AE-46E5-80D9-4F86EA262359}" type="presParOf" srcId="{14DA4CA2-D34E-4A24-944F-98B9134A0BD6}" destId="{F2DE44B0-3248-489E-A5AF-8373BFD41438}" srcOrd="13" destOrd="0" presId="urn:microsoft.com/office/officeart/2005/8/layout/target3"/>
    <dgm:cxn modelId="{ABB2475B-4964-4A8F-988F-B2C31AE403B7}" type="presParOf" srcId="{14DA4CA2-D34E-4A24-944F-98B9134A0BD6}" destId="{FAA329D6-C9AA-450B-94D2-17D0AAFC36D3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D7D2751-8AD3-42FB-85DF-FA48D761CBD1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C0046C-49AE-4C81-B0E2-1DA1C6193277}">
      <dgm:prSet phldrT="[Text]"/>
      <dgm:spPr/>
      <dgm:t>
        <a:bodyPr/>
        <a:lstStyle/>
        <a:p>
          <a:r>
            <a:rPr lang="en-US" dirty="0" smtClean="0"/>
            <a:t>Criticisms</a:t>
          </a:r>
          <a:endParaRPr lang="en-US" dirty="0"/>
        </a:p>
      </dgm:t>
    </dgm:pt>
    <dgm:pt modelId="{BA098EFB-F689-43A4-94BC-2A6161CB3494}" type="parTrans" cxnId="{6C514081-1BF5-46C3-B165-C1326A9B24B1}">
      <dgm:prSet/>
      <dgm:spPr/>
      <dgm:t>
        <a:bodyPr/>
        <a:lstStyle/>
        <a:p>
          <a:endParaRPr lang="en-US"/>
        </a:p>
      </dgm:t>
    </dgm:pt>
    <dgm:pt modelId="{7710128E-2636-4E94-B74A-C89C9DCBA54E}" type="sibTrans" cxnId="{6C514081-1BF5-46C3-B165-C1326A9B24B1}">
      <dgm:prSet/>
      <dgm:spPr/>
      <dgm:t>
        <a:bodyPr/>
        <a:lstStyle/>
        <a:p>
          <a:endParaRPr lang="en-US"/>
        </a:p>
      </dgm:t>
    </dgm:pt>
    <dgm:pt modelId="{14FE46CC-425D-4ADE-A038-B6C0D6A69904}">
      <dgm:prSet phldrT="[Text]"/>
      <dgm:spPr/>
      <dgm:t>
        <a:bodyPr/>
        <a:lstStyle/>
        <a:p>
          <a:r>
            <a:rPr lang="en-US" dirty="0" smtClean="0"/>
            <a:t>Constant labor cost, homogeneity of labor, perfect internal mobility and external immobility </a:t>
          </a:r>
          <a:endParaRPr lang="en-US" dirty="0"/>
        </a:p>
      </dgm:t>
    </dgm:pt>
    <dgm:pt modelId="{011D43E4-1736-47B3-A80A-978FB1AA2AA7}" type="parTrans" cxnId="{4E49B854-C6EA-48F9-BAA2-7B5F65179092}">
      <dgm:prSet/>
      <dgm:spPr/>
      <dgm:t>
        <a:bodyPr/>
        <a:lstStyle/>
        <a:p>
          <a:endParaRPr lang="en-US" dirty="0"/>
        </a:p>
      </dgm:t>
    </dgm:pt>
    <dgm:pt modelId="{BD2FA052-365C-4ACD-9C51-F795B3A101AE}" type="sibTrans" cxnId="{4E49B854-C6EA-48F9-BAA2-7B5F65179092}">
      <dgm:prSet/>
      <dgm:spPr/>
      <dgm:t>
        <a:bodyPr/>
        <a:lstStyle/>
        <a:p>
          <a:endParaRPr lang="en-US"/>
        </a:p>
      </dgm:t>
    </dgm:pt>
    <dgm:pt modelId="{22245BD9-D771-415C-A28F-3BE79C4335AE}">
      <dgm:prSet phldrT="[Text]"/>
      <dgm:spPr/>
      <dgm:t>
        <a:bodyPr/>
        <a:lstStyle/>
        <a:p>
          <a:r>
            <a:rPr lang="en-US" dirty="0" smtClean="0"/>
            <a:t>Free trade, barter as the basis, two countries trading in two commodities</a:t>
          </a:r>
          <a:endParaRPr lang="en-US" dirty="0"/>
        </a:p>
      </dgm:t>
    </dgm:pt>
    <dgm:pt modelId="{8CC5F9DB-84BD-45BC-AA4F-FE4AC4581A95}" type="parTrans" cxnId="{A49783D2-A18B-4C2F-8662-76BE257070F5}">
      <dgm:prSet/>
      <dgm:spPr/>
      <dgm:t>
        <a:bodyPr/>
        <a:lstStyle/>
        <a:p>
          <a:endParaRPr lang="en-US" dirty="0"/>
        </a:p>
      </dgm:t>
    </dgm:pt>
    <dgm:pt modelId="{2589EF0F-0FF7-45E5-8A87-D204BD6D4721}" type="sibTrans" cxnId="{A49783D2-A18B-4C2F-8662-76BE257070F5}">
      <dgm:prSet/>
      <dgm:spPr/>
      <dgm:t>
        <a:bodyPr/>
        <a:lstStyle/>
        <a:p>
          <a:endParaRPr lang="en-US"/>
        </a:p>
      </dgm:t>
    </dgm:pt>
    <dgm:pt modelId="{B899C65C-61AA-4D79-B6C3-2A73DDCD3413}">
      <dgm:prSet phldrT="[Text]"/>
      <dgm:spPr/>
      <dgm:t>
        <a:bodyPr/>
        <a:lstStyle/>
        <a:p>
          <a:r>
            <a:rPr lang="en-US" dirty="0" smtClean="0"/>
            <a:t>Perfect competition, no transportation cost </a:t>
          </a:r>
          <a:endParaRPr lang="en-US" dirty="0"/>
        </a:p>
      </dgm:t>
    </dgm:pt>
    <dgm:pt modelId="{F32369D9-57EE-4379-AE95-FBD854F577DB}" type="parTrans" cxnId="{26D763E9-C316-4669-BB1A-B43EF5B2E1C5}">
      <dgm:prSet/>
      <dgm:spPr/>
      <dgm:t>
        <a:bodyPr/>
        <a:lstStyle/>
        <a:p>
          <a:endParaRPr lang="en-US" dirty="0"/>
        </a:p>
      </dgm:t>
    </dgm:pt>
    <dgm:pt modelId="{E3B46A64-E564-46E4-A17A-7B99EA5D2791}" type="sibTrans" cxnId="{26D763E9-C316-4669-BB1A-B43EF5B2E1C5}">
      <dgm:prSet/>
      <dgm:spPr/>
      <dgm:t>
        <a:bodyPr/>
        <a:lstStyle/>
        <a:p>
          <a:endParaRPr lang="en-US"/>
        </a:p>
      </dgm:t>
    </dgm:pt>
    <dgm:pt modelId="{4C2CD74C-6603-419D-AB90-DDB04AC6B82B}" type="pres">
      <dgm:prSet presAssocID="{6D7D2751-8AD3-42FB-85DF-FA48D761CBD1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A5126AD-A8FD-41EE-85C0-343E5186EFEC}" type="pres">
      <dgm:prSet presAssocID="{C4C0046C-49AE-4C81-B0E2-1DA1C6193277}" presName="centerShape" presStyleLbl="node0" presStyleIdx="0" presStyleCnt="1"/>
      <dgm:spPr/>
      <dgm:t>
        <a:bodyPr/>
        <a:lstStyle/>
        <a:p>
          <a:endParaRPr lang="en-US"/>
        </a:p>
      </dgm:t>
    </dgm:pt>
    <dgm:pt modelId="{212C793D-8D90-434B-95B3-F6323390BFBE}" type="pres">
      <dgm:prSet presAssocID="{011D43E4-1736-47B3-A80A-978FB1AA2AA7}" presName="parTrans" presStyleLbl="bgSibTrans2D1" presStyleIdx="0" presStyleCnt="3"/>
      <dgm:spPr/>
      <dgm:t>
        <a:bodyPr/>
        <a:lstStyle/>
        <a:p>
          <a:endParaRPr lang="en-GB"/>
        </a:p>
      </dgm:t>
    </dgm:pt>
    <dgm:pt modelId="{1434975D-F2F7-4A14-8019-D39E2DBAC7F1}" type="pres">
      <dgm:prSet presAssocID="{14FE46CC-425D-4ADE-A038-B6C0D6A69904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DC5144-0F54-4968-82D5-92B82E41133C}" type="pres">
      <dgm:prSet presAssocID="{8CC5F9DB-84BD-45BC-AA4F-FE4AC4581A95}" presName="parTrans" presStyleLbl="bgSibTrans2D1" presStyleIdx="1" presStyleCnt="3"/>
      <dgm:spPr/>
      <dgm:t>
        <a:bodyPr/>
        <a:lstStyle/>
        <a:p>
          <a:endParaRPr lang="en-GB"/>
        </a:p>
      </dgm:t>
    </dgm:pt>
    <dgm:pt modelId="{F7B19EE4-992E-450D-9067-A469311DAB5B}" type="pres">
      <dgm:prSet presAssocID="{22245BD9-D771-415C-A28F-3BE79C4335AE}" presName="node" presStyleLbl="node1" presStyleIdx="1" presStyleCnt="3" custRadScaleRad="97218" custRadScaleInc="-37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7AFCF86-9669-49D8-A12E-C2A403F300AF}" type="pres">
      <dgm:prSet presAssocID="{F32369D9-57EE-4379-AE95-FBD854F577DB}" presName="parTrans" presStyleLbl="bgSibTrans2D1" presStyleIdx="2" presStyleCnt="3"/>
      <dgm:spPr/>
      <dgm:t>
        <a:bodyPr/>
        <a:lstStyle/>
        <a:p>
          <a:endParaRPr lang="en-GB"/>
        </a:p>
      </dgm:t>
    </dgm:pt>
    <dgm:pt modelId="{C8256E86-7498-4AA6-9938-BECF0EF63613}" type="pres">
      <dgm:prSet presAssocID="{B899C65C-61AA-4D79-B6C3-2A73DDCD3413}" presName="node" presStyleLbl="node1" presStyleIdx="2" presStyleCnt="3" custRadScaleRad="96901" custRadScaleInc="-62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D2E5C9-492B-413D-827E-33A1E108E24C}" type="presOf" srcId="{B899C65C-61AA-4D79-B6C3-2A73DDCD3413}" destId="{C8256E86-7498-4AA6-9938-BECF0EF63613}" srcOrd="0" destOrd="0" presId="urn:microsoft.com/office/officeart/2005/8/layout/radial4"/>
    <dgm:cxn modelId="{23D8C319-DACE-4BFB-A4C1-2F1C87F34124}" type="presOf" srcId="{8CC5F9DB-84BD-45BC-AA4F-FE4AC4581A95}" destId="{F5DC5144-0F54-4968-82D5-92B82E41133C}" srcOrd="0" destOrd="0" presId="urn:microsoft.com/office/officeart/2005/8/layout/radial4"/>
    <dgm:cxn modelId="{BC5DB12F-47C5-4853-86A1-871CAC895577}" type="presOf" srcId="{6D7D2751-8AD3-42FB-85DF-FA48D761CBD1}" destId="{4C2CD74C-6603-419D-AB90-DDB04AC6B82B}" srcOrd="0" destOrd="0" presId="urn:microsoft.com/office/officeart/2005/8/layout/radial4"/>
    <dgm:cxn modelId="{38E11EF5-2349-481C-B071-6C166AA9115B}" type="presOf" srcId="{011D43E4-1736-47B3-A80A-978FB1AA2AA7}" destId="{212C793D-8D90-434B-95B3-F6323390BFBE}" srcOrd="0" destOrd="0" presId="urn:microsoft.com/office/officeart/2005/8/layout/radial4"/>
    <dgm:cxn modelId="{6C514081-1BF5-46C3-B165-C1326A9B24B1}" srcId="{6D7D2751-8AD3-42FB-85DF-FA48D761CBD1}" destId="{C4C0046C-49AE-4C81-B0E2-1DA1C6193277}" srcOrd="0" destOrd="0" parTransId="{BA098EFB-F689-43A4-94BC-2A6161CB3494}" sibTransId="{7710128E-2636-4E94-B74A-C89C9DCBA54E}"/>
    <dgm:cxn modelId="{47E6222B-0B6D-40AB-9E1E-2566CF6CB5E3}" type="presOf" srcId="{14FE46CC-425D-4ADE-A038-B6C0D6A69904}" destId="{1434975D-F2F7-4A14-8019-D39E2DBAC7F1}" srcOrd="0" destOrd="0" presId="urn:microsoft.com/office/officeart/2005/8/layout/radial4"/>
    <dgm:cxn modelId="{4E49B854-C6EA-48F9-BAA2-7B5F65179092}" srcId="{C4C0046C-49AE-4C81-B0E2-1DA1C6193277}" destId="{14FE46CC-425D-4ADE-A038-B6C0D6A69904}" srcOrd="0" destOrd="0" parTransId="{011D43E4-1736-47B3-A80A-978FB1AA2AA7}" sibTransId="{BD2FA052-365C-4ACD-9C51-F795B3A101AE}"/>
    <dgm:cxn modelId="{476281A7-95D7-444E-BC07-2B40DA9F4AE7}" type="presOf" srcId="{F32369D9-57EE-4379-AE95-FBD854F577DB}" destId="{07AFCF86-9669-49D8-A12E-C2A403F300AF}" srcOrd="0" destOrd="0" presId="urn:microsoft.com/office/officeart/2005/8/layout/radial4"/>
    <dgm:cxn modelId="{26D763E9-C316-4669-BB1A-B43EF5B2E1C5}" srcId="{C4C0046C-49AE-4C81-B0E2-1DA1C6193277}" destId="{B899C65C-61AA-4D79-B6C3-2A73DDCD3413}" srcOrd="2" destOrd="0" parTransId="{F32369D9-57EE-4379-AE95-FBD854F577DB}" sibTransId="{E3B46A64-E564-46E4-A17A-7B99EA5D2791}"/>
    <dgm:cxn modelId="{A49783D2-A18B-4C2F-8662-76BE257070F5}" srcId="{C4C0046C-49AE-4C81-B0E2-1DA1C6193277}" destId="{22245BD9-D771-415C-A28F-3BE79C4335AE}" srcOrd="1" destOrd="0" parTransId="{8CC5F9DB-84BD-45BC-AA4F-FE4AC4581A95}" sibTransId="{2589EF0F-0FF7-45E5-8A87-D204BD6D4721}"/>
    <dgm:cxn modelId="{D25A3840-FBF5-4E59-9C4C-AB0C2E875E06}" type="presOf" srcId="{22245BD9-D771-415C-A28F-3BE79C4335AE}" destId="{F7B19EE4-992E-450D-9067-A469311DAB5B}" srcOrd="0" destOrd="0" presId="urn:microsoft.com/office/officeart/2005/8/layout/radial4"/>
    <dgm:cxn modelId="{44FD6612-9A43-4AC6-8DBC-942FF4E5BA6D}" type="presOf" srcId="{C4C0046C-49AE-4C81-B0E2-1DA1C6193277}" destId="{9A5126AD-A8FD-41EE-85C0-343E5186EFEC}" srcOrd="0" destOrd="0" presId="urn:microsoft.com/office/officeart/2005/8/layout/radial4"/>
    <dgm:cxn modelId="{BD7331ED-6570-42EA-842A-197E08FE506B}" type="presParOf" srcId="{4C2CD74C-6603-419D-AB90-DDB04AC6B82B}" destId="{9A5126AD-A8FD-41EE-85C0-343E5186EFEC}" srcOrd="0" destOrd="0" presId="urn:microsoft.com/office/officeart/2005/8/layout/radial4"/>
    <dgm:cxn modelId="{2D2E77C1-D315-411F-9660-8DE39636CF7B}" type="presParOf" srcId="{4C2CD74C-6603-419D-AB90-DDB04AC6B82B}" destId="{212C793D-8D90-434B-95B3-F6323390BFBE}" srcOrd="1" destOrd="0" presId="urn:microsoft.com/office/officeart/2005/8/layout/radial4"/>
    <dgm:cxn modelId="{B1A38740-530C-4D7A-B851-9BE70B3B58C5}" type="presParOf" srcId="{4C2CD74C-6603-419D-AB90-DDB04AC6B82B}" destId="{1434975D-F2F7-4A14-8019-D39E2DBAC7F1}" srcOrd="2" destOrd="0" presId="urn:microsoft.com/office/officeart/2005/8/layout/radial4"/>
    <dgm:cxn modelId="{CC990FA2-5439-4214-A04A-E256FC4DC023}" type="presParOf" srcId="{4C2CD74C-6603-419D-AB90-DDB04AC6B82B}" destId="{F5DC5144-0F54-4968-82D5-92B82E41133C}" srcOrd="3" destOrd="0" presId="urn:microsoft.com/office/officeart/2005/8/layout/radial4"/>
    <dgm:cxn modelId="{E9255C41-217B-40D3-83A5-D211C9F2586B}" type="presParOf" srcId="{4C2CD74C-6603-419D-AB90-DDB04AC6B82B}" destId="{F7B19EE4-992E-450D-9067-A469311DAB5B}" srcOrd="4" destOrd="0" presId="urn:microsoft.com/office/officeart/2005/8/layout/radial4"/>
    <dgm:cxn modelId="{3FF7BA66-1EBE-4950-B6C3-C0183BE6F33D}" type="presParOf" srcId="{4C2CD74C-6603-419D-AB90-DDB04AC6B82B}" destId="{07AFCF86-9669-49D8-A12E-C2A403F300AF}" srcOrd="5" destOrd="0" presId="urn:microsoft.com/office/officeart/2005/8/layout/radial4"/>
    <dgm:cxn modelId="{67817009-8D30-4169-9C0A-F40AC19663CB}" type="presParOf" srcId="{4C2CD74C-6603-419D-AB90-DDB04AC6B82B}" destId="{C8256E86-7498-4AA6-9938-BECF0EF63613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D1F83F-38F1-4EB5-9006-63E7E7E092F0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0D9536-CE7A-4085-80C8-93533AA76406}">
      <dgm:prSet phldrT="[Text]"/>
      <dgm:spPr/>
      <dgm:t>
        <a:bodyPr/>
        <a:lstStyle/>
        <a:p>
          <a:r>
            <a:rPr lang="en-US" dirty="0" err="1" smtClean="0"/>
            <a:t>Heberler</a:t>
          </a:r>
          <a:endParaRPr lang="en-US" dirty="0"/>
        </a:p>
      </dgm:t>
    </dgm:pt>
    <dgm:pt modelId="{B2AF6125-E8AC-4421-9478-CFB33360582A}" type="parTrans" cxnId="{1968A0F3-CE70-4F8B-A6D5-2D7AA19FA804}">
      <dgm:prSet/>
      <dgm:spPr/>
      <dgm:t>
        <a:bodyPr/>
        <a:lstStyle/>
        <a:p>
          <a:endParaRPr lang="en-US"/>
        </a:p>
      </dgm:t>
    </dgm:pt>
    <dgm:pt modelId="{340D5755-6304-41F1-B038-87C645970141}" type="sibTrans" cxnId="{1968A0F3-CE70-4F8B-A6D5-2D7AA19FA804}">
      <dgm:prSet/>
      <dgm:spPr/>
      <dgm:t>
        <a:bodyPr/>
        <a:lstStyle/>
        <a:p>
          <a:endParaRPr lang="en-US"/>
        </a:p>
      </dgm:t>
    </dgm:pt>
    <dgm:pt modelId="{2AC144A7-0901-4752-A1EB-4B0A5DCE338F}">
      <dgm:prSet phldrT="[Text]" custT="1"/>
      <dgm:spPr/>
      <dgm:t>
        <a:bodyPr/>
        <a:lstStyle/>
        <a:p>
          <a:r>
            <a:rPr lang="en-US" sz="2400" dirty="0" smtClean="0"/>
            <a:t>Opportunity cost theory</a:t>
          </a:r>
          <a:endParaRPr lang="en-US" sz="2400" dirty="0"/>
        </a:p>
      </dgm:t>
    </dgm:pt>
    <dgm:pt modelId="{C10125E3-CB97-4EF1-97D1-30235BC1ABF2}" type="parTrans" cxnId="{91AF9C39-1144-4495-A0DA-F2E2B5E5CAE2}">
      <dgm:prSet/>
      <dgm:spPr/>
      <dgm:t>
        <a:bodyPr/>
        <a:lstStyle/>
        <a:p>
          <a:endParaRPr lang="en-US"/>
        </a:p>
      </dgm:t>
    </dgm:pt>
    <dgm:pt modelId="{CDD4A34B-37CC-4CEA-8F55-B3F013418BEC}" type="sibTrans" cxnId="{91AF9C39-1144-4495-A0DA-F2E2B5E5CAE2}">
      <dgm:prSet/>
      <dgm:spPr/>
      <dgm:t>
        <a:bodyPr/>
        <a:lstStyle/>
        <a:p>
          <a:endParaRPr lang="en-US"/>
        </a:p>
      </dgm:t>
    </dgm:pt>
    <dgm:pt modelId="{BBBFDDF9-ABC2-4A12-8BCC-BC3B868A202B}">
      <dgm:prSet phldrT="[Text]"/>
      <dgm:spPr/>
      <dgm:t>
        <a:bodyPr/>
        <a:lstStyle/>
        <a:p>
          <a:r>
            <a:rPr lang="en-US" dirty="0" err="1" smtClean="0"/>
            <a:t>Hecksher</a:t>
          </a:r>
          <a:r>
            <a:rPr lang="en-US" dirty="0" smtClean="0"/>
            <a:t>-Ohlin</a:t>
          </a:r>
          <a:endParaRPr lang="en-US" dirty="0"/>
        </a:p>
      </dgm:t>
    </dgm:pt>
    <dgm:pt modelId="{349453B9-DF15-4115-959D-5A9B0B44C74B}" type="parTrans" cxnId="{079BF89A-86B3-4070-BF0F-5B64787C7437}">
      <dgm:prSet/>
      <dgm:spPr/>
      <dgm:t>
        <a:bodyPr/>
        <a:lstStyle/>
        <a:p>
          <a:endParaRPr lang="en-US"/>
        </a:p>
      </dgm:t>
    </dgm:pt>
    <dgm:pt modelId="{2E0D75C4-1533-435F-8670-CE154B92E341}" type="sibTrans" cxnId="{079BF89A-86B3-4070-BF0F-5B64787C7437}">
      <dgm:prSet/>
      <dgm:spPr/>
      <dgm:t>
        <a:bodyPr/>
        <a:lstStyle/>
        <a:p>
          <a:endParaRPr lang="en-US"/>
        </a:p>
      </dgm:t>
    </dgm:pt>
    <dgm:pt modelId="{3A3464FD-2448-4896-9408-A97B6EE61436}">
      <dgm:prSet phldrT="[Text]" custT="1"/>
      <dgm:spPr/>
      <dgm:t>
        <a:bodyPr/>
        <a:lstStyle/>
        <a:p>
          <a:r>
            <a:rPr lang="en-US" sz="2000" b="1" dirty="0" smtClean="0"/>
            <a:t>Factor endowment theorem</a:t>
          </a:r>
          <a:endParaRPr lang="en-US" sz="2000" b="1" dirty="0"/>
        </a:p>
      </dgm:t>
    </dgm:pt>
    <dgm:pt modelId="{C79FEC14-A466-4D84-86C2-40581EEDE4F4}" type="parTrans" cxnId="{D256BCDE-8F21-4379-9A75-D06DE7E96B39}">
      <dgm:prSet/>
      <dgm:spPr/>
      <dgm:t>
        <a:bodyPr/>
        <a:lstStyle/>
        <a:p>
          <a:endParaRPr lang="en-US"/>
        </a:p>
      </dgm:t>
    </dgm:pt>
    <dgm:pt modelId="{40B7B7B4-514D-46FD-9DC7-AE05763415FE}" type="sibTrans" cxnId="{D256BCDE-8F21-4379-9A75-D06DE7E96B39}">
      <dgm:prSet/>
      <dgm:spPr/>
      <dgm:t>
        <a:bodyPr/>
        <a:lstStyle/>
        <a:p>
          <a:endParaRPr lang="en-US"/>
        </a:p>
      </dgm:t>
    </dgm:pt>
    <dgm:pt modelId="{4631C6CC-030B-4BE4-9B1F-AF778333A62B}">
      <dgm:prSet phldrT="[Text]" phldr="1"/>
      <dgm:spPr/>
      <dgm:t>
        <a:bodyPr/>
        <a:lstStyle/>
        <a:p>
          <a:endParaRPr lang="en-US" sz="1500" dirty="0"/>
        </a:p>
      </dgm:t>
    </dgm:pt>
    <dgm:pt modelId="{1B8CB2DD-F7ED-4E33-A887-D1DE9367BC69}" type="parTrans" cxnId="{9247CE13-C66C-4F5B-AF6E-653B491AD7DA}">
      <dgm:prSet/>
      <dgm:spPr/>
      <dgm:t>
        <a:bodyPr/>
        <a:lstStyle/>
        <a:p>
          <a:endParaRPr lang="en-US"/>
        </a:p>
      </dgm:t>
    </dgm:pt>
    <dgm:pt modelId="{F726C609-12FE-4F69-A6D8-8AD892F2B2E4}" type="sibTrans" cxnId="{9247CE13-C66C-4F5B-AF6E-653B491AD7DA}">
      <dgm:prSet/>
      <dgm:spPr/>
      <dgm:t>
        <a:bodyPr/>
        <a:lstStyle/>
        <a:p>
          <a:endParaRPr lang="en-US"/>
        </a:p>
      </dgm:t>
    </dgm:pt>
    <dgm:pt modelId="{E6EA5719-9981-42DD-B496-DEA080254836}">
      <dgm:prSet phldrT="[Text]"/>
      <dgm:spPr/>
      <dgm:t>
        <a:bodyPr/>
        <a:lstStyle/>
        <a:p>
          <a:endParaRPr lang="en-US" sz="1500" dirty="0"/>
        </a:p>
      </dgm:t>
    </dgm:pt>
    <dgm:pt modelId="{9EF3AE6D-9928-4C54-BEA3-00C59857BE58}" type="parTrans" cxnId="{519DBCDA-AE7E-41DE-8A17-5A80CA48BC40}">
      <dgm:prSet/>
      <dgm:spPr/>
      <dgm:t>
        <a:bodyPr/>
        <a:lstStyle/>
        <a:p>
          <a:endParaRPr lang="en-US"/>
        </a:p>
      </dgm:t>
    </dgm:pt>
    <dgm:pt modelId="{BFCD8156-76C5-4D89-B42F-12FF8E830B40}" type="sibTrans" cxnId="{519DBCDA-AE7E-41DE-8A17-5A80CA48BC40}">
      <dgm:prSet/>
      <dgm:spPr/>
      <dgm:t>
        <a:bodyPr/>
        <a:lstStyle/>
        <a:p>
          <a:endParaRPr lang="en-US"/>
        </a:p>
      </dgm:t>
    </dgm:pt>
    <dgm:pt modelId="{7BB88B85-3F89-481B-B6A2-1733F7625487}">
      <dgm:prSet phldrT="[Text]"/>
      <dgm:spPr/>
      <dgm:t>
        <a:bodyPr/>
        <a:lstStyle/>
        <a:p>
          <a:endParaRPr lang="en-US" sz="1500" dirty="0"/>
        </a:p>
      </dgm:t>
    </dgm:pt>
    <dgm:pt modelId="{270658DD-5F22-421A-A501-27F1C6A6DE81}" type="parTrans" cxnId="{1BE6A253-F1B1-4763-BF6C-5E944FDB8755}">
      <dgm:prSet/>
      <dgm:spPr/>
      <dgm:t>
        <a:bodyPr/>
        <a:lstStyle/>
        <a:p>
          <a:endParaRPr lang="en-US"/>
        </a:p>
      </dgm:t>
    </dgm:pt>
    <dgm:pt modelId="{AC3ED245-64D8-4D92-83A6-4DF6293B14E5}" type="sibTrans" cxnId="{1BE6A253-F1B1-4763-BF6C-5E944FDB8755}">
      <dgm:prSet/>
      <dgm:spPr/>
      <dgm:t>
        <a:bodyPr/>
        <a:lstStyle/>
        <a:p>
          <a:endParaRPr lang="en-US"/>
        </a:p>
      </dgm:t>
    </dgm:pt>
    <dgm:pt modelId="{FC652E8D-73A6-4258-9378-12441DB62150}">
      <dgm:prSet phldrT="[Text]"/>
      <dgm:spPr/>
      <dgm:t>
        <a:bodyPr/>
        <a:lstStyle/>
        <a:p>
          <a:endParaRPr lang="en-US" sz="1500" dirty="0"/>
        </a:p>
      </dgm:t>
    </dgm:pt>
    <dgm:pt modelId="{F765D2E3-EA54-4FB9-888D-13F6543792E0}" type="parTrans" cxnId="{9991FF75-11B1-4604-8D96-152B94C0C35C}">
      <dgm:prSet/>
      <dgm:spPr/>
      <dgm:t>
        <a:bodyPr/>
        <a:lstStyle/>
        <a:p>
          <a:endParaRPr lang="en-US"/>
        </a:p>
      </dgm:t>
    </dgm:pt>
    <dgm:pt modelId="{068E4DA8-F135-4E86-B9C4-62D7BD72D23A}" type="sibTrans" cxnId="{9991FF75-11B1-4604-8D96-152B94C0C35C}">
      <dgm:prSet/>
      <dgm:spPr/>
      <dgm:t>
        <a:bodyPr/>
        <a:lstStyle/>
        <a:p>
          <a:endParaRPr lang="en-US"/>
        </a:p>
      </dgm:t>
    </dgm:pt>
    <dgm:pt modelId="{CD1DB526-E5C4-4C58-9795-8EE94DC64E87}" type="pres">
      <dgm:prSet presAssocID="{BED1F83F-38F1-4EB5-9006-63E7E7E092F0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59C3E25F-EC60-4B29-BC47-2134D5919BDE}" type="pres">
      <dgm:prSet presAssocID="{7C0D9536-CE7A-4085-80C8-93533AA76406}" presName="linNode" presStyleCnt="0"/>
      <dgm:spPr/>
    </dgm:pt>
    <dgm:pt modelId="{6CD21229-BD91-4BF0-B281-81DC69C30350}" type="pres">
      <dgm:prSet presAssocID="{7C0D9536-CE7A-4085-80C8-93533AA76406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3CAD4B1-6513-4F01-BED2-5EFC8E0CD893}" type="pres">
      <dgm:prSet presAssocID="{7C0D9536-CE7A-4085-80C8-93533AA76406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B9BBA0-4181-4651-8AEE-C0B1FA147B9A}" type="pres">
      <dgm:prSet presAssocID="{340D5755-6304-41F1-B038-87C645970141}" presName="spacing" presStyleCnt="0"/>
      <dgm:spPr/>
    </dgm:pt>
    <dgm:pt modelId="{3F2B5DC6-9752-4BE9-8C33-159695D1032D}" type="pres">
      <dgm:prSet presAssocID="{BBBFDDF9-ABC2-4A12-8BCC-BC3B868A202B}" presName="linNode" presStyleCnt="0"/>
      <dgm:spPr/>
    </dgm:pt>
    <dgm:pt modelId="{BBB71672-3674-4F3A-841C-39F6D3026F76}" type="pres">
      <dgm:prSet presAssocID="{BBBFDDF9-ABC2-4A12-8BCC-BC3B868A202B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A3F8FD-5F59-4445-BE38-963022FC104C}" type="pres">
      <dgm:prSet presAssocID="{BBBFDDF9-ABC2-4A12-8BCC-BC3B868A202B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D9B9D07-C0F9-48ED-B1E5-85F90826D3C7}" type="presOf" srcId="{4631C6CC-030B-4BE4-9B1F-AF778333A62B}" destId="{B1A3F8FD-5F59-4445-BE38-963022FC104C}" srcOrd="0" destOrd="2" presId="urn:microsoft.com/office/officeart/2005/8/layout/vList6"/>
    <dgm:cxn modelId="{2027C77B-51D5-45B4-960C-F0912A97295C}" type="presOf" srcId="{BBBFDDF9-ABC2-4A12-8BCC-BC3B868A202B}" destId="{BBB71672-3674-4F3A-841C-39F6D3026F76}" srcOrd="0" destOrd="0" presId="urn:microsoft.com/office/officeart/2005/8/layout/vList6"/>
    <dgm:cxn modelId="{42CC28F4-A2B4-4060-97FA-9032E519747F}" type="presOf" srcId="{BED1F83F-38F1-4EB5-9006-63E7E7E092F0}" destId="{CD1DB526-E5C4-4C58-9795-8EE94DC64E87}" srcOrd="0" destOrd="0" presId="urn:microsoft.com/office/officeart/2005/8/layout/vList6"/>
    <dgm:cxn modelId="{13086932-9B22-4ED5-B5EB-FD48BDA1F42A}" type="presOf" srcId="{3A3464FD-2448-4896-9408-A97B6EE61436}" destId="{B1A3F8FD-5F59-4445-BE38-963022FC104C}" srcOrd="0" destOrd="1" presId="urn:microsoft.com/office/officeart/2005/8/layout/vList6"/>
    <dgm:cxn modelId="{D256BCDE-8F21-4379-9A75-D06DE7E96B39}" srcId="{BBBFDDF9-ABC2-4A12-8BCC-BC3B868A202B}" destId="{3A3464FD-2448-4896-9408-A97B6EE61436}" srcOrd="1" destOrd="0" parTransId="{C79FEC14-A466-4D84-86C2-40581EEDE4F4}" sibTransId="{40B7B7B4-514D-46FD-9DC7-AE05763415FE}"/>
    <dgm:cxn modelId="{1BE6A253-F1B1-4763-BF6C-5E944FDB8755}" srcId="{7C0D9536-CE7A-4085-80C8-93533AA76406}" destId="{7BB88B85-3F89-481B-B6A2-1733F7625487}" srcOrd="0" destOrd="0" parTransId="{270658DD-5F22-421A-A501-27F1C6A6DE81}" sibTransId="{AC3ED245-64D8-4D92-83A6-4DF6293B14E5}"/>
    <dgm:cxn modelId="{1968A0F3-CE70-4F8B-A6D5-2D7AA19FA804}" srcId="{BED1F83F-38F1-4EB5-9006-63E7E7E092F0}" destId="{7C0D9536-CE7A-4085-80C8-93533AA76406}" srcOrd="0" destOrd="0" parTransId="{B2AF6125-E8AC-4421-9478-CFB33360582A}" sibTransId="{340D5755-6304-41F1-B038-87C645970141}"/>
    <dgm:cxn modelId="{91AF9C39-1144-4495-A0DA-F2E2B5E5CAE2}" srcId="{7C0D9536-CE7A-4085-80C8-93533AA76406}" destId="{2AC144A7-0901-4752-A1EB-4B0A5DCE338F}" srcOrd="1" destOrd="0" parTransId="{C10125E3-CB97-4EF1-97D1-30235BC1ABF2}" sibTransId="{CDD4A34B-37CC-4CEA-8F55-B3F013418BEC}"/>
    <dgm:cxn modelId="{519DBCDA-AE7E-41DE-8A17-5A80CA48BC40}" srcId="{7C0D9536-CE7A-4085-80C8-93533AA76406}" destId="{E6EA5719-9981-42DD-B496-DEA080254836}" srcOrd="2" destOrd="0" parTransId="{9EF3AE6D-9928-4C54-BEA3-00C59857BE58}" sibTransId="{BFCD8156-76C5-4D89-B42F-12FF8E830B40}"/>
    <dgm:cxn modelId="{9991FF75-11B1-4604-8D96-152B94C0C35C}" srcId="{BBBFDDF9-ABC2-4A12-8BCC-BC3B868A202B}" destId="{FC652E8D-73A6-4258-9378-12441DB62150}" srcOrd="0" destOrd="0" parTransId="{F765D2E3-EA54-4FB9-888D-13F6543792E0}" sibTransId="{068E4DA8-F135-4E86-B9C4-62D7BD72D23A}"/>
    <dgm:cxn modelId="{9247CE13-C66C-4F5B-AF6E-653B491AD7DA}" srcId="{BBBFDDF9-ABC2-4A12-8BCC-BC3B868A202B}" destId="{4631C6CC-030B-4BE4-9B1F-AF778333A62B}" srcOrd="2" destOrd="0" parTransId="{1B8CB2DD-F7ED-4E33-A887-D1DE9367BC69}" sibTransId="{F726C609-12FE-4F69-A6D8-8AD892F2B2E4}"/>
    <dgm:cxn modelId="{DDFC9FA3-E5C5-4520-B630-8DAF9D5FC515}" type="presOf" srcId="{E6EA5719-9981-42DD-B496-DEA080254836}" destId="{F3CAD4B1-6513-4F01-BED2-5EFC8E0CD893}" srcOrd="0" destOrd="2" presId="urn:microsoft.com/office/officeart/2005/8/layout/vList6"/>
    <dgm:cxn modelId="{58C9D645-B932-4E36-813C-BBD4F92B15F6}" type="presOf" srcId="{7BB88B85-3F89-481B-B6A2-1733F7625487}" destId="{F3CAD4B1-6513-4F01-BED2-5EFC8E0CD893}" srcOrd="0" destOrd="0" presId="urn:microsoft.com/office/officeart/2005/8/layout/vList6"/>
    <dgm:cxn modelId="{079BF89A-86B3-4070-BF0F-5B64787C7437}" srcId="{BED1F83F-38F1-4EB5-9006-63E7E7E092F0}" destId="{BBBFDDF9-ABC2-4A12-8BCC-BC3B868A202B}" srcOrd="1" destOrd="0" parTransId="{349453B9-DF15-4115-959D-5A9B0B44C74B}" sibTransId="{2E0D75C4-1533-435F-8670-CE154B92E341}"/>
    <dgm:cxn modelId="{8AB90BE8-DD6D-4C23-B00F-0F9FEC8910F4}" type="presOf" srcId="{FC652E8D-73A6-4258-9378-12441DB62150}" destId="{B1A3F8FD-5F59-4445-BE38-963022FC104C}" srcOrd="0" destOrd="0" presId="urn:microsoft.com/office/officeart/2005/8/layout/vList6"/>
    <dgm:cxn modelId="{534B2A55-3D69-4519-9D02-654BE0A51D42}" type="presOf" srcId="{7C0D9536-CE7A-4085-80C8-93533AA76406}" destId="{6CD21229-BD91-4BF0-B281-81DC69C30350}" srcOrd="0" destOrd="0" presId="urn:microsoft.com/office/officeart/2005/8/layout/vList6"/>
    <dgm:cxn modelId="{C5DE2026-2B55-427C-871B-14963B99B21F}" type="presOf" srcId="{2AC144A7-0901-4752-A1EB-4B0A5DCE338F}" destId="{F3CAD4B1-6513-4F01-BED2-5EFC8E0CD893}" srcOrd="0" destOrd="1" presId="urn:microsoft.com/office/officeart/2005/8/layout/vList6"/>
    <dgm:cxn modelId="{C8F77CEB-1529-4B68-B14C-BBFAA9F3F261}" type="presParOf" srcId="{CD1DB526-E5C4-4C58-9795-8EE94DC64E87}" destId="{59C3E25F-EC60-4B29-BC47-2134D5919BDE}" srcOrd="0" destOrd="0" presId="urn:microsoft.com/office/officeart/2005/8/layout/vList6"/>
    <dgm:cxn modelId="{B6BC8899-5684-49BD-A27A-16CBF2946775}" type="presParOf" srcId="{59C3E25F-EC60-4B29-BC47-2134D5919BDE}" destId="{6CD21229-BD91-4BF0-B281-81DC69C30350}" srcOrd="0" destOrd="0" presId="urn:microsoft.com/office/officeart/2005/8/layout/vList6"/>
    <dgm:cxn modelId="{C70AE3F2-C78E-4C35-99DE-A384F1E4A22D}" type="presParOf" srcId="{59C3E25F-EC60-4B29-BC47-2134D5919BDE}" destId="{F3CAD4B1-6513-4F01-BED2-5EFC8E0CD893}" srcOrd="1" destOrd="0" presId="urn:microsoft.com/office/officeart/2005/8/layout/vList6"/>
    <dgm:cxn modelId="{3E5D6247-0311-4081-BE2A-A17B68BFBBB5}" type="presParOf" srcId="{CD1DB526-E5C4-4C58-9795-8EE94DC64E87}" destId="{F0B9BBA0-4181-4651-8AEE-C0B1FA147B9A}" srcOrd="1" destOrd="0" presId="urn:microsoft.com/office/officeart/2005/8/layout/vList6"/>
    <dgm:cxn modelId="{B218B7C3-C9A6-4ADC-B4EC-A50D20D7710D}" type="presParOf" srcId="{CD1DB526-E5C4-4C58-9795-8EE94DC64E87}" destId="{3F2B5DC6-9752-4BE9-8C33-159695D1032D}" srcOrd="2" destOrd="0" presId="urn:microsoft.com/office/officeart/2005/8/layout/vList6"/>
    <dgm:cxn modelId="{06EDE032-495F-406A-835F-CAB5AE5A2513}" type="presParOf" srcId="{3F2B5DC6-9752-4BE9-8C33-159695D1032D}" destId="{BBB71672-3674-4F3A-841C-39F6D3026F76}" srcOrd="0" destOrd="0" presId="urn:microsoft.com/office/officeart/2005/8/layout/vList6"/>
    <dgm:cxn modelId="{A2FDBB4D-D499-4D6D-B1F4-CAE04394CF2A}" type="presParOf" srcId="{3F2B5DC6-9752-4BE9-8C33-159695D1032D}" destId="{B1A3F8FD-5F59-4445-BE38-963022FC104C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E71B1B6-058C-42F4-A923-C8D673914F2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9AC224-6C72-4EC4-8491-5FA8E5C362FE}">
      <dgm:prSet phldrT="[Text]"/>
      <dgm:spPr/>
      <dgm:t>
        <a:bodyPr/>
        <a:lstStyle/>
        <a:p>
          <a:r>
            <a:rPr lang="en-US" dirty="0" smtClean="0"/>
            <a:t>Factor endowment</a:t>
          </a:r>
          <a:endParaRPr lang="en-US" dirty="0"/>
        </a:p>
      </dgm:t>
    </dgm:pt>
    <dgm:pt modelId="{F8FED43A-527E-4C5E-9A57-8DC6D560EAD5}" type="parTrans" cxnId="{CFE68181-02B3-4A5D-B911-0C4DF38787CC}">
      <dgm:prSet/>
      <dgm:spPr/>
      <dgm:t>
        <a:bodyPr/>
        <a:lstStyle/>
        <a:p>
          <a:endParaRPr lang="en-US"/>
        </a:p>
      </dgm:t>
    </dgm:pt>
    <dgm:pt modelId="{28A3E6C5-7535-4B04-9660-6461C428D4A7}" type="sibTrans" cxnId="{CFE68181-02B3-4A5D-B911-0C4DF38787CC}">
      <dgm:prSet/>
      <dgm:spPr/>
      <dgm:t>
        <a:bodyPr/>
        <a:lstStyle/>
        <a:p>
          <a:endParaRPr lang="en-US"/>
        </a:p>
      </dgm:t>
    </dgm:pt>
    <dgm:pt modelId="{3386C0AA-3266-4813-9628-1A7AD69A782B}">
      <dgm:prSet phldrT="[Text]"/>
      <dgm:spPr/>
      <dgm:t>
        <a:bodyPr/>
        <a:lstStyle/>
        <a:p>
          <a:r>
            <a:rPr lang="en-US" dirty="0" smtClean="0"/>
            <a:t>Cost difference</a:t>
          </a:r>
          <a:endParaRPr lang="en-US" dirty="0"/>
        </a:p>
      </dgm:t>
    </dgm:pt>
    <dgm:pt modelId="{724D00F5-2CCF-4138-AAE3-4267B37D1F8B}" type="parTrans" cxnId="{5BC7608A-F01C-400D-BC13-DEE1A89D9024}">
      <dgm:prSet/>
      <dgm:spPr/>
      <dgm:t>
        <a:bodyPr/>
        <a:lstStyle/>
        <a:p>
          <a:endParaRPr lang="en-US"/>
        </a:p>
      </dgm:t>
    </dgm:pt>
    <dgm:pt modelId="{F74E6680-6D40-4DD5-B7BC-881300143B46}" type="sibTrans" cxnId="{5BC7608A-F01C-400D-BC13-DEE1A89D9024}">
      <dgm:prSet/>
      <dgm:spPr/>
      <dgm:t>
        <a:bodyPr/>
        <a:lstStyle/>
        <a:p>
          <a:endParaRPr lang="en-US"/>
        </a:p>
      </dgm:t>
    </dgm:pt>
    <dgm:pt modelId="{DBD74B8C-0C35-4E31-AE24-268DA03CE9F6}">
      <dgm:prSet phldrT="[Text]"/>
      <dgm:spPr/>
      <dgm:t>
        <a:bodyPr/>
        <a:lstStyle/>
        <a:p>
          <a:r>
            <a:rPr lang="en-US" dirty="0" smtClean="0"/>
            <a:t>Price difference</a:t>
          </a:r>
          <a:endParaRPr lang="en-US" dirty="0"/>
        </a:p>
      </dgm:t>
    </dgm:pt>
    <dgm:pt modelId="{EB928F35-6CA6-44F8-8ADF-FD151D8BCD10}" type="parTrans" cxnId="{AA09069D-E861-459B-860A-AD696E37695D}">
      <dgm:prSet/>
      <dgm:spPr/>
      <dgm:t>
        <a:bodyPr/>
        <a:lstStyle/>
        <a:p>
          <a:endParaRPr lang="en-US"/>
        </a:p>
      </dgm:t>
    </dgm:pt>
    <dgm:pt modelId="{6C1CF181-3B1C-4924-9617-AE9CF55D9862}" type="sibTrans" cxnId="{AA09069D-E861-459B-860A-AD696E37695D}">
      <dgm:prSet/>
      <dgm:spPr/>
      <dgm:t>
        <a:bodyPr/>
        <a:lstStyle/>
        <a:p>
          <a:endParaRPr lang="en-US"/>
        </a:p>
      </dgm:t>
    </dgm:pt>
    <dgm:pt modelId="{C6288CFA-1453-43F8-9964-1BA34F8B6838}" type="pres">
      <dgm:prSet presAssocID="{2E71B1B6-058C-42F4-A923-C8D673914F2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EEABCA8-8D16-445D-80C1-7B3D955B82DC}" type="pres">
      <dgm:prSet presAssocID="{2E71B1B6-058C-42F4-A923-C8D673914F2A}" presName="dummyMaxCanvas" presStyleCnt="0">
        <dgm:presLayoutVars/>
      </dgm:prSet>
      <dgm:spPr/>
    </dgm:pt>
    <dgm:pt modelId="{603DFCBB-CB59-4377-857E-F744626D388B}" type="pres">
      <dgm:prSet presAssocID="{2E71B1B6-058C-42F4-A923-C8D673914F2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DFE211-3D03-40C1-8754-666860340610}" type="pres">
      <dgm:prSet presAssocID="{2E71B1B6-058C-42F4-A923-C8D673914F2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B2B6A74-075E-4C7E-97F6-A9A5BB6DDDB7}" type="pres">
      <dgm:prSet presAssocID="{2E71B1B6-058C-42F4-A923-C8D673914F2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C7745FC-D880-4658-92A9-7A7685280D87}" type="pres">
      <dgm:prSet presAssocID="{2E71B1B6-058C-42F4-A923-C8D673914F2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25B2BE0-B6E3-4730-84AA-F0EC37A4883B}" type="pres">
      <dgm:prSet presAssocID="{2E71B1B6-058C-42F4-A923-C8D673914F2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7A08591-0AB7-45CA-8D20-38E9BE931A93}" type="pres">
      <dgm:prSet presAssocID="{2E71B1B6-058C-42F4-A923-C8D673914F2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89F2EF-4799-4DCA-A056-83ADA4FEA437}" type="pres">
      <dgm:prSet presAssocID="{2E71B1B6-058C-42F4-A923-C8D673914F2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3A5E4CE-BF0D-4C7D-96A4-88109F395BB7}" type="pres">
      <dgm:prSet presAssocID="{2E71B1B6-058C-42F4-A923-C8D673914F2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1400F5A-D0ED-426A-B966-2836887C17C5}" type="presOf" srcId="{3386C0AA-3266-4813-9628-1A7AD69A782B}" destId="{44DFE211-3D03-40C1-8754-666860340610}" srcOrd="0" destOrd="0" presId="urn:microsoft.com/office/officeart/2005/8/layout/vProcess5"/>
    <dgm:cxn modelId="{5BC7608A-F01C-400D-BC13-DEE1A89D9024}" srcId="{2E71B1B6-058C-42F4-A923-C8D673914F2A}" destId="{3386C0AA-3266-4813-9628-1A7AD69A782B}" srcOrd="1" destOrd="0" parTransId="{724D00F5-2CCF-4138-AAE3-4267B37D1F8B}" sibTransId="{F74E6680-6D40-4DD5-B7BC-881300143B46}"/>
    <dgm:cxn modelId="{81FB53E2-12CF-4CC1-A1E6-AAED10F4B646}" type="presOf" srcId="{F74E6680-6D40-4DD5-B7BC-881300143B46}" destId="{925B2BE0-B6E3-4730-84AA-F0EC37A4883B}" srcOrd="0" destOrd="0" presId="urn:microsoft.com/office/officeart/2005/8/layout/vProcess5"/>
    <dgm:cxn modelId="{25D90116-062A-4565-8F12-B5E38AF65420}" type="presOf" srcId="{7E9AC224-6C72-4EC4-8491-5FA8E5C362FE}" destId="{87A08591-0AB7-45CA-8D20-38E9BE931A93}" srcOrd="1" destOrd="0" presId="urn:microsoft.com/office/officeart/2005/8/layout/vProcess5"/>
    <dgm:cxn modelId="{CFE68181-02B3-4A5D-B911-0C4DF38787CC}" srcId="{2E71B1B6-058C-42F4-A923-C8D673914F2A}" destId="{7E9AC224-6C72-4EC4-8491-5FA8E5C362FE}" srcOrd="0" destOrd="0" parTransId="{F8FED43A-527E-4C5E-9A57-8DC6D560EAD5}" sibTransId="{28A3E6C5-7535-4B04-9660-6461C428D4A7}"/>
    <dgm:cxn modelId="{1D5D3F12-9F8A-4153-84F9-35F67322103E}" type="presOf" srcId="{DBD74B8C-0C35-4E31-AE24-268DA03CE9F6}" destId="{DB2B6A74-075E-4C7E-97F6-A9A5BB6DDDB7}" srcOrd="0" destOrd="0" presId="urn:microsoft.com/office/officeart/2005/8/layout/vProcess5"/>
    <dgm:cxn modelId="{D5E3CA37-6A85-4711-928E-7E77EE821FAC}" type="presOf" srcId="{7E9AC224-6C72-4EC4-8491-5FA8E5C362FE}" destId="{603DFCBB-CB59-4377-857E-F744626D388B}" srcOrd="0" destOrd="0" presId="urn:microsoft.com/office/officeart/2005/8/layout/vProcess5"/>
    <dgm:cxn modelId="{EF6B1100-3AF1-4BFD-90BB-B9AEB2B59502}" type="presOf" srcId="{3386C0AA-3266-4813-9628-1A7AD69A782B}" destId="{3889F2EF-4799-4DCA-A056-83ADA4FEA437}" srcOrd="1" destOrd="0" presId="urn:microsoft.com/office/officeart/2005/8/layout/vProcess5"/>
    <dgm:cxn modelId="{AA09069D-E861-459B-860A-AD696E37695D}" srcId="{2E71B1B6-058C-42F4-A923-C8D673914F2A}" destId="{DBD74B8C-0C35-4E31-AE24-268DA03CE9F6}" srcOrd="2" destOrd="0" parTransId="{EB928F35-6CA6-44F8-8ADF-FD151D8BCD10}" sibTransId="{6C1CF181-3B1C-4924-9617-AE9CF55D9862}"/>
    <dgm:cxn modelId="{F37179AD-3272-4801-BF96-DEF616B1FA75}" type="presOf" srcId="{DBD74B8C-0C35-4E31-AE24-268DA03CE9F6}" destId="{D3A5E4CE-BF0D-4C7D-96A4-88109F395BB7}" srcOrd="1" destOrd="0" presId="urn:microsoft.com/office/officeart/2005/8/layout/vProcess5"/>
    <dgm:cxn modelId="{2F34EB9A-E7D4-423D-ACA4-385663A1AB7D}" type="presOf" srcId="{2E71B1B6-058C-42F4-A923-C8D673914F2A}" destId="{C6288CFA-1453-43F8-9964-1BA34F8B6838}" srcOrd="0" destOrd="0" presId="urn:microsoft.com/office/officeart/2005/8/layout/vProcess5"/>
    <dgm:cxn modelId="{15F61A98-1712-4CCD-8075-9194A93B4205}" type="presOf" srcId="{28A3E6C5-7535-4B04-9660-6461C428D4A7}" destId="{DC7745FC-D880-4658-92A9-7A7685280D87}" srcOrd="0" destOrd="0" presId="urn:microsoft.com/office/officeart/2005/8/layout/vProcess5"/>
    <dgm:cxn modelId="{00E440D9-0F9A-4AA0-82D5-D6A6A5ECFCEC}" type="presParOf" srcId="{C6288CFA-1453-43F8-9964-1BA34F8B6838}" destId="{2EEABCA8-8D16-445D-80C1-7B3D955B82DC}" srcOrd="0" destOrd="0" presId="urn:microsoft.com/office/officeart/2005/8/layout/vProcess5"/>
    <dgm:cxn modelId="{C35631D0-80B0-4DE8-8796-CDE7F28CA53D}" type="presParOf" srcId="{C6288CFA-1453-43F8-9964-1BA34F8B6838}" destId="{603DFCBB-CB59-4377-857E-F744626D388B}" srcOrd="1" destOrd="0" presId="urn:microsoft.com/office/officeart/2005/8/layout/vProcess5"/>
    <dgm:cxn modelId="{5ECC80C3-C4B4-4E7F-9887-21B0E5F038F3}" type="presParOf" srcId="{C6288CFA-1453-43F8-9964-1BA34F8B6838}" destId="{44DFE211-3D03-40C1-8754-666860340610}" srcOrd="2" destOrd="0" presId="urn:microsoft.com/office/officeart/2005/8/layout/vProcess5"/>
    <dgm:cxn modelId="{12CDAC96-7162-4B41-ACBC-7F669B06DF6E}" type="presParOf" srcId="{C6288CFA-1453-43F8-9964-1BA34F8B6838}" destId="{DB2B6A74-075E-4C7E-97F6-A9A5BB6DDDB7}" srcOrd="3" destOrd="0" presId="urn:microsoft.com/office/officeart/2005/8/layout/vProcess5"/>
    <dgm:cxn modelId="{03508205-131B-403B-A2CA-63A7895566D6}" type="presParOf" srcId="{C6288CFA-1453-43F8-9964-1BA34F8B6838}" destId="{DC7745FC-D880-4658-92A9-7A7685280D87}" srcOrd="4" destOrd="0" presId="urn:microsoft.com/office/officeart/2005/8/layout/vProcess5"/>
    <dgm:cxn modelId="{A1C7F96A-50B1-4399-9AE2-6097811C998E}" type="presParOf" srcId="{C6288CFA-1453-43F8-9964-1BA34F8B6838}" destId="{925B2BE0-B6E3-4730-84AA-F0EC37A4883B}" srcOrd="5" destOrd="0" presId="urn:microsoft.com/office/officeart/2005/8/layout/vProcess5"/>
    <dgm:cxn modelId="{3B9F4436-F5A5-43AA-AF01-91E693F76D6C}" type="presParOf" srcId="{C6288CFA-1453-43F8-9964-1BA34F8B6838}" destId="{87A08591-0AB7-45CA-8D20-38E9BE931A93}" srcOrd="6" destOrd="0" presId="urn:microsoft.com/office/officeart/2005/8/layout/vProcess5"/>
    <dgm:cxn modelId="{F28CB94D-EE11-467D-8C8C-78A5DA0AD344}" type="presParOf" srcId="{C6288CFA-1453-43F8-9964-1BA34F8B6838}" destId="{3889F2EF-4799-4DCA-A056-83ADA4FEA437}" srcOrd="7" destOrd="0" presId="urn:microsoft.com/office/officeart/2005/8/layout/vProcess5"/>
    <dgm:cxn modelId="{8214DEAA-648C-4332-AA93-F99851FA1866}" type="presParOf" srcId="{C6288CFA-1453-43F8-9964-1BA34F8B6838}" destId="{D3A5E4CE-BF0D-4C7D-96A4-88109F395BB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2C04E0B-BE01-4374-9141-9F1CBEEB1247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A296677C-DE0F-4178-B5E7-48861D15E18B}">
      <dgm:prSet phldrT="[Text]" custT="1"/>
      <dgm:spPr/>
      <dgm:t>
        <a:bodyPr/>
        <a:lstStyle/>
        <a:p>
          <a:r>
            <a:rPr lang="en-US" sz="1600" b="1" dirty="0" smtClean="0"/>
            <a:t>Comparative cost advantage arises from differences in  factor endowments</a:t>
          </a:r>
          <a:endParaRPr lang="en-US" sz="1600" b="1" dirty="0"/>
        </a:p>
      </dgm:t>
    </dgm:pt>
    <dgm:pt modelId="{8DB68242-1F9F-4547-943F-6F49987EC641}" type="parTrans" cxnId="{ADABEA64-4EA2-42EB-A716-73575C7C5C02}">
      <dgm:prSet/>
      <dgm:spPr/>
      <dgm:t>
        <a:bodyPr/>
        <a:lstStyle/>
        <a:p>
          <a:endParaRPr lang="en-US"/>
        </a:p>
      </dgm:t>
    </dgm:pt>
    <dgm:pt modelId="{BBEEECC6-DB82-47A3-9B76-723EC381163E}" type="sibTrans" cxnId="{ADABEA64-4EA2-42EB-A716-73575C7C5C02}">
      <dgm:prSet/>
      <dgm:spPr/>
      <dgm:t>
        <a:bodyPr/>
        <a:lstStyle/>
        <a:p>
          <a:endParaRPr lang="en-US"/>
        </a:p>
      </dgm:t>
    </dgm:pt>
    <dgm:pt modelId="{CB419E42-83C2-4DD3-8230-EFAE5ACF2A75}">
      <dgm:prSet phldrT="[Text]" custT="1"/>
      <dgm:spPr/>
      <dgm:t>
        <a:bodyPr/>
        <a:lstStyle/>
        <a:p>
          <a:pPr algn="just"/>
          <a:r>
            <a:rPr lang="en-US" sz="1200" b="1" dirty="0" smtClean="0"/>
            <a:t>Export goods that make intensive use of locally abundant factor resources for the import of goods that make intensive use of factors locally scarce.</a:t>
          </a:r>
          <a:endParaRPr lang="en-US" sz="1200" b="1" dirty="0"/>
        </a:p>
      </dgm:t>
    </dgm:pt>
    <dgm:pt modelId="{236A3070-B807-4C20-962C-5EB1EE4F6DCF}" type="parTrans" cxnId="{54D2D29A-1F54-42F8-AC22-9DD2F5602C4A}">
      <dgm:prSet/>
      <dgm:spPr/>
      <dgm:t>
        <a:bodyPr/>
        <a:lstStyle/>
        <a:p>
          <a:endParaRPr lang="en-US"/>
        </a:p>
      </dgm:t>
    </dgm:pt>
    <dgm:pt modelId="{BD2A85A0-2EB3-457C-B92B-C44346F828FF}" type="sibTrans" cxnId="{54D2D29A-1F54-42F8-AC22-9DD2F5602C4A}">
      <dgm:prSet/>
      <dgm:spPr/>
      <dgm:t>
        <a:bodyPr/>
        <a:lstStyle/>
        <a:p>
          <a:endParaRPr lang="en-US"/>
        </a:p>
      </dgm:t>
    </dgm:pt>
    <dgm:pt modelId="{2BCDB223-45DC-45FA-84F6-911393506F8B}">
      <dgm:prSet phldrT="[Text]" custT="1"/>
      <dgm:spPr/>
      <dgm:t>
        <a:bodyPr/>
        <a:lstStyle/>
        <a:p>
          <a:r>
            <a:rPr lang="en-US" sz="1600" b="1" dirty="0" smtClean="0"/>
            <a:t>Factor endowment means extent  to which a country is endowed with factor resources</a:t>
          </a:r>
          <a:endParaRPr lang="en-US" sz="1600" b="1" dirty="0"/>
        </a:p>
      </dgm:t>
    </dgm:pt>
    <dgm:pt modelId="{1065A0A3-B75E-43FC-8D76-706FB3069681}" type="parTrans" cxnId="{E8632C68-4196-4B21-A156-843B94A038A5}">
      <dgm:prSet/>
      <dgm:spPr/>
      <dgm:t>
        <a:bodyPr/>
        <a:lstStyle/>
        <a:p>
          <a:endParaRPr lang="en-US"/>
        </a:p>
      </dgm:t>
    </dgm:pt>
    <dgm:pt modelId="{2462F64D-3652-4053-9D23-E9186B93B2C9}" type="sibTrans" cxnId="{E8632C68-4196-4B21-A156-843B94A038A5}">
      <dgm:prSet/>
      <dgm:spPr/>
      <dgm:t>
        <a:bodyPr/>
        <a:lstStyle/>
        <a:p>
          <a:endParaRPr lang="en-US"/>
        </a:p>
      </dgm:t>
    </dgm:pt>
    <dgm:pt modelId="{1D55F933-9D31-46D2-872C-B893E7564C8F}">
      <dgm:prSet custT="1"/>
      <dgm:spPr/>
      <dgm:t>
        <a:bodyPr/>
        <a:lstStyle/>
        <a:p>
          <a:r>
            <a:rPr lang="en-US" sz="1400" b="1" dirty="0" smtClean="0"/>
            <a:t>(</a:t>
          </a:r>
          <a:r>
            <a:rPr lang="en-US" sz="1400" b="1" dirty="0" err="1" smtClean="0"/>
            <a:t>Wassily</a:t>
          </a:r>
          <a:r>
            <a:rPr lang="en-US" sz="1400" b="1" dirty="0" smtClean="0"/>
            <a:t> ) Leontief Paradox is a challenge of the validity of this theory </a:t>
          </a:r>
          <a:endParaRPr lang="en-US" sz="1400" b="1" dirty="0"/>
        </a:p>
      </dgm:t>
    </dgm:pt>
    <dgm:pt modelId="{DE01534B-030A-49F0-8E03-144C81629E4C}" type="parTrans" cxnId="{EBF1C7FB-E056-4D51-B4D3-FF62CC904CE1}">
      <dgm:prSet/>
      <dgm:spPr/>
      <dgm:t>
        <a:bodyPr/>
        <a:lstStyle/>
        <a:p>
          <a:endParaRPr lang="en-US"/>
        </a:p>
      </dgm:t>
    </dgm:pt>
    <dgm:pt modelId="{9BBD432E-0819-4812-A33E-579F32C92762}" type="sibTrans" cxnId="{EBF1C7FB-E056-4D51-B4D3-FF62CC904CE1}">
      <dgm:prSet/>
      <dgm:spPr/>
      <dgm:t>
        <a:bodyPr/>
        <a:lstStyle/>
        <a:p>
          <a:endParaRPr lang="en-US"/>
        </a:p>
      </dgm:t>
    </dgm:pt>
    <dgm:pt modelId="{CC0C44FA-5A6D-4640-8988-C1B9D6A6EF77}" type="pres">
      <dgm:prSet presAssocID="{42C04E0B-BE01-4374-9141-9F1CBEEB1247}" presName="compositeShape" presStyleCnt="0">
        <dgm:presLayoutVars>
          <dgm:chMax val="7"/>
          <dgm:dir/>
          <dgm:resizeHandles val="exact"/>
        </dgm:presLayoutVars>
      </dgm:prSet>
      <dgm:spPr/>
    </dgm:pt>
    <dgm:pt modelId="{9E1DFE3A-8C24-42C0-AF8F-666F04137840}" type="pres">
      <dgm:prSet presAssocID="{A296677C-DE0F-4178-B5E7-48861D15E18B}" presName="circ1" presStyleLbl="vennNode1" presStyleIdx="0" presStyleCnt="4"/>
      <dgm:spPr/>
      <dgm:t>
        <a:bodyPr/>
        <a:lstStyle/>
        <a:p>
          <a:endParaRPr lang="en-US"/>
        </a:p>
      </dgm:t>
    </dgm:pt>
    <dgm:pt modelId="{32EC070D-2BA8-49B8-A0A7-40A5E024A374}" type="pres">
      <dgm:prSet presAssocID="{A296677C-DE0F-4178-B5E7-48861D15E18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53EB7F-C918-4C5D-85B5-7D805039FAE2}" type="pres">
      <dgm:prSet presAssocID="{CB419E42-83C2-4DD3-8230-EFAE5ACF2A75}" presName="circ2" presStyleLbl="vennNode1" presStyleIdx="1" presStyleCnt="4" custLinFactNeighborX="-113" custLinFactNeighborY="-45"/>
      <dgm:spPr/>
      <dgm:t>
        <a:bodyPr/>
        <a:lstStyle/>
        <a:p>
          <a:endParaRPr lang="en-US"/>
        </a:p>
      </dgm:t>
    </dgm:pt>
    <dgm:pt modelId="{723C4C06-05D0-41A2-9222-2FCD2D24070C}" type="pres">
      <dgm:prSet presAssocID="{CB419E42-83C2-4DD3-8230-EFAE5ACF2A7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73C7F1-5158-44A0-B4B2-21E5DB627A88}" type="pres">
      <dgm:prSet presAssocID="{1D55F933-9D31-46D2-872C-B893E7564C8F}" presName="circ3" presStyleLbl="vennNode1" presStyleIdx="2" presStyleCnt="4"/>
      <dgm:spPr/>
      <dgm:t>
        <a:bodyPr/>
        <a:lstStyle/>
        <a:p>
          <a:endParaRPr lang="en-US"/>
        </a:p>
      </dgm:t>
    </dgm:pt>
    <dgm:pt modelId="{75D0AF32-2C4F-408B-B21C-01600367CE61}" type="pres">
      <dgm:prSet presAssocID="{1D55F933-9D31-46D2-872C-B893E7564C8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328C71-F715-4BB7-A1CC-992BF5BC2652}" type="pres">
      <dgm:prSet presAssocID="{2BCDB223-45DC-45FA-84F6-911393506F8B}" presName="circ4" presStyleLbl="vennNode1" presStyleIdx="3" presStyleCnt="4" custLinFactNeighborX="337" custLinFactNeighborY="-826"/>
      <dgm:spPr/>
      <dgm:t>
        <a:bodyPr/>
        <a:lstStyle/>
        <a:p>
          <a:endParaRPr lang="en-US"/>
        </a:p>
      </dgm:t>
    </dgm:pt>
    <dgm:pt modelId="{CA17F8A8-2CD1-4260-A702-60C7A7A624E6}" type="pres">
      <dgm:prSet presAssocID="{2BCDB223-45DC-45FA-84F6-911393506F8B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190C66-19FE-4D7A-923F-1BBAA52A6BA7}" type="presOf" srcId="{CB419E42-83C2-4DD3-8230-EFAE5ACF2A75}" destId="{CC53EB7F-C918-4C5D-85B5-7D805039FAE2}" srcOrd="0" destOrd="0" presId="urn:microsoft.com/office/officeart/2005/8/layout/venn1"/>
    <dgm:cxn modelId="{EBF1C7FB-E056-4D51-B4D3-FF62CC904CE1}" srcId="{42C04E0B-BE01-4374-9141-9F1CBEEB1247}" destId="{1D55F933-9D31-46D2-872C-B893E7564C8F}" srcOrd="2" destOrd="0" parTransId="{DE01534B-030A-49F0-8E03-144C81629E4C}" sibTransId="{9BBD432E-0819-4812-A33E-579F32C92762}"/>
    <dgm:cxn modelId="{505A746E-A73F-41BA-A5E8-C6613871AD82}" type="presOf" srcId="{2BCDB223-45DC-45FA-84F6-911393506F8B}" destId="{28328C71-F715-4BB7-A1CC-992BF5BC2652}" srcOrd="0" destOrd="0" presId="urn:microsoft.com/office/officeart/2005/8/layout/venn1"/>
    <dgm:cxn modelId="{4CE80596-5A87-4EE6-8D8C-0D7332E1B03A}" type="presOf" srcId="{A296677C-DE0F-4178-B5E7-48861D15E18B}" destId="{9E1DFE3A-8C24-42C0-AF8F-666F04137840}" srcOrd="0" destOrd="0" presId="urn:microsoft.com/office/officeart/2005/8/layout/venn1"/>
    <dgm:cxn modelId="{2135335E-8372-4ADF-9177-A60ECC9C1B3B}" type="presOf" srcId="{2BCDB223-45DC-45FA-84F6-911393506F8B}" destId="{CA17F8A8-2CD1-4260-A702-60C7A7A624E6}" srcOrd="1" destOrd="0" presId="urn:microsoft.com/office/officeart/2005/8/layout/venn1"/>
    <dgm:cxn modelId="{E8632C68-4196-4B21-A156-843B94A038A5}" srcId="{42C04E0B-BE01-4374-9141-9F1CBEEB1247}" destId="{2BCDB223-45DC-45FA-84F6-911393506F8B}" srcOrd="3" destOrd="0" parTransId="{1065A0A3-B75E-43FC-8D76-706FB3069681}" sibTransId="{2462F64D-3652-4053-9D23-E9186B93B2C9}"/>
    <dgm:cxn modelId="{2046E5FA-ED60-4178-80AB-53D4C2E66B0A}" type="presOf" srcId="{1D55F933-9D31-46D2-872C-B893E7564C8F}" destId="{75D0AF32-2C4F-408B-B21C-01600367CE61}" srcOrd="1" destOrd="0" presId="urn:microsoft.com/office/officeart/2005/8/layout/venn1"/>
    <dgm:cxn modelId="{FA6A2993-9791-49FE-A3B0-9418A0EE3C79}" type="presOf" srcId="{A296677C-DE0F-4178-B5E7-48861D15E18B}" destId="{32EC070D-2BA8-49B8-A0A7-40A5E024A374}" srcOrd="1" destOrd="0" presId="urn:microsoft.com/office/officeart/2005/8/layout/venn1"/>
    <dgm:cxn modelId="{9C99F1A8-4E66-46CF-A05B-FE4BFFA96423}" type="presOf" srcId="{CB419E42-83C2-4DD3-8230-EFAE5ACF2A75}" destId="{723C4C06-05D0-41A2-9222-2FCD2D24070C}" srcOrd="1" destOrd="0" presId="urn:microsoft.com/office/officeart/2005/8/layout/venn1"/>
    <dgm:cxn modelId="{080710DB-0E84-477A-9613-73D997375D20}" type="presOf" srcId="{1D55F933-9D31-46D2-872C-B893E7564C8F}" destId="{6D73C7F1-5158-44A0-B4B2-21E5DB627A88}" srcOrd="0" destOrd="0" presId="urn:microsoft.com/office/officeart/2005/8/layout/venn1"/>
    <dgm:cxn modelId="{ADABEA64-4EA2-42EB-A716-73575C7C5C02}" srcId="{42C04E0B-BE01-4374-9141-9F1CBEEB1247}" destId="{A296677C-DE0F-4178-B5E7-48861D15E18B}" srcOrd="0" destOrd="0" parTransId="{8DB68242-1F9F-4547-943F-6F49987EC641}" sibTransId="{BBEEECC6-DB82-47A3-9B76-723EC381163E}"/>
    <dgm:cxn modelId="{54D2D29A-1F54-42F8-AC22-9DD2F5602C4A}" srcId="{42C04E0B-BE01-4374-9141-9F1CBEEB1247}" destId="{CB419E42-83C2-4DD3-8230-EFAE5ACF2A75}" srcOrd="1" destOrd="0" parTransId="{236A3070-B807-4C20-962C-5EB1EE4F6DCF}" sibTransId="{BD2A85A0-2EB3-457C-B92B-C44346F828FF}"/>
    <dgm:cxn modelId="{84145616-8A90-49C8-8EB0-293265898FB9}" type="presOf" srcId="{42C04E0B-BE01-4374-9141-9F1CBEEB1247}" destId="{CC0C44FA-5A6D-4640-8988-C1B9D6A6EF77}" srcOrd="0" destOrd="0" presId="urn:microsoft.com/office/officeart/2005/8/layout/venn1"/>
    <dgm:cxn modelId="{C63D2ED9-86B0-4DE3-A844-B8D53E1A8D36}" type="presParOf" srcId="{CC0C44FA-5A6D-4640-8988-C1B9D6A6EF77}" destId="{9E1DFE3A-8C24-42C0-AF8F-666F04137840}" srcOrd="0" destOrd="0" presId="urn:microsoft.com/office/officeart/2005/8/layout/venn1"/>
    <dgm:cxn modelId="{B3B96FEB-0D1C-4C3B-A6DA-E9656BD1A2C3}" type="presParOf" srcId="{CC0C44FA-5A6D-4640-8988-C1B9D6A6EF77}" destId="{32EC070D-2BA8-49B8-A0A7-40A5E024A374}" srcOrd="1" destOrd="0" presId="urn:microsoft.com/office/officeart/2005/8/layout/venn1"/>
    <dgm:cxn modelId="{101F9224-655E-4438-80A5-25F9C2456590}" type="presParOf" srcId="{CC0C44FA-5A6D-4640-8988-C1B9D6A6EF77}" destId="{CC53EB7F-C918-4C5D-85B5-7D805039FAE2}" srcOrd="2" destOrd="0" presId="urn:microsoft.com/office/officeart/2005/8/layout/venn1"/>
    <dgm:cxn modelId="{C5F60832-7E5E-4812-AD57-E0DE2818209A}" type="presParOf" srcId="{CC0C44FA-5A6D-4640-8988-C1B9D6A6EF77}" destId="{723C4C06-05D0-41A2-9222-2FCD2D24070C}" srcOrd="3" destOrd="0" presId="urn:microsoft.com/office/officeart/2005/8/layout/venn1"/>
    <dgm:cxn modelId="{E692D39B-4AF9-464C-8238-25F7CE174C31}" type="presParOf" srcId="{CC0C44FA-5A6D-4640-8988-C1B9D6A6EF77}" destId="{6D73C7F1-5158-44A0-B4B2-21E5DB627A88}" srcOrd="4" destOrd="0" presId="urn:microsoft.com/office/officeart/2005/8/layout/venn1"/>
    <dgm:cxn modelId="{E7F9385B-49E8-4134-BDE9-F091DDB4F300}" type="presParOf" srcId="{CC0C44FA-5A6D-4640-8988-C1B9D6A6EF77}" destId="{75D0AF32-2C4F-408B-B21C-01600367CE61}" srcOrd="5" destOrd="0" presId="urn:microsoft.com/office/officeart/2005/8/layout/venn1"/>
    <dgm:cxn modelId="{B888079F-B2EE-411F-BDE6-9782F5C1274D}" type="presParOf" srcId="{CC0C44FA-5A6D-4640-8988-C1B9D6A6EF77}" destId="{28328C71-F715-4BB7-A1CC-992BF5BC2652}" srcOrd="6" destOrd="0" presId="urn:microsoft.com/office/officeart/2005/8/layout/venn1"/>
    <dgm:cxn modelId="{F345309B-1F6B-41A6-93E6-BF6E72E803CD}" type="presParOf" srcId="{CC0C44FA-5A6D-4640-8988-C1B9D6A6EF77}" destId="{CA17F8A8-2CD1-4260-A702-60C7A7A624E6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C1ABFF1-4296-4757-8DB1-AE5169FC0113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E4243E-6468-4128-9625-F490E22F7F50}">
      <dgm:prSet phldrT="[Text]"/>
      <dgm:spPr/>
      <dgm:t>
        <a:bodyPr/>
        <a:lstStyle/>
        <a:p>
          <a:r>
            <a:rPr lang="en-US" dirty="0" smtClean="0"/>
            <a:t>Classical</a:t>
          </a:r>
          <a:endParaRPr lang="en-US" dirty="0"/>
        </a:p>
      </dgm:t>
    </dgm:pt>
    <dgm:pt modelId="{A4598A81-11D0-4F40-9BE8-3269E5A942F4}" type="parTrans" cxnId="{37B12D7D-0B0C-43CE-B714-72BE3A22B6A4}">
      <dgm:prSet/>
      <dgm:spPr/>
      <dgm:t>
        <a:bodyPr/>
        <a:lstStyle/>
        <a:p>
          <a:endParaRPr lang="en-US"/>
        </a:p>
      </dgm:t>
    </dgm:pt>
    <dgm:pt modelId="{F183647D-5EC9-49AC-8D06-ACFD20E8922D}" type="sibTrans" cxnId="{37B12D7D-0B0C-43CE-B714-72BE3A22B6A4}">
      <dgm:prSet/>
      <dgm:spPr/>
      <dgm:t>
        <a:bodyPr/>
        <a:lstStyle/>
        <a:p>
          <a:endParaRPr lang="en-US"/>
        </a:p>
      </dgm:t>
    </dgm:pt>
    <dgm:pt modelId="{4FEC2359-43B5-4EA9-B1A3-818ED5F69312}">
      <dgm:prSet phldrT="[Text]"/>
      <dgm:spPr/>
      <dgm:t>
        <a:bodyPr/>
        <a:lstStyle/>
        <a:p>
          <a:r>
            <a:rPr lang="en-US" dirty="0" smtClean="0"/>
            <a:t>Internal trade differences from domestic trade</a:t>
          </a:r>
          <a:endParaRPr lang="en-US" dirty="0"/>
        </a:p>
      </dgm:t>
    </dgm:pt>
    <dgm:pt modelId="{27E2F36B-430D-444C-89B2-3A26D8BD1A3C}" type="parTrans" cxnId="{DA82ACC1-A932-4AAF-BDFE-583639052FE3}">
      <dgm:prSet/>
      <dgm:spPr/>
      <dgm:t>
        <a:bodyPr/>
        <a:lstStyle/>
        <a:p>
          <a:endParaRPr lang="en-US"/>
        </a:p>
      </dgm:t>
    </dgm:pt>
    <dgm:pt modelId="{CA268E27-2B57-4A62-8E87-C34C6BDA85B2}" type="sibTrans" cxnId="{DA82ACC1-A932-4AAF-BDFE-583639052FE3}">
      <dgm:prSet/>
      <dgm:spPr/>
      <dgm:t>
        <a:bodyPr/>
        <a:lstStyle/>
        <a:p>
          <a:endParaRPr lang="en-US"/>
        </a:p>
      </dgm:t>
    </dgm:pt>
    <dgm:pt modelId="{25A6362C-112A-4124-8C00-0814BB4BFC06}">
      <dgm:prSet phldrT="[Text]"/>
      <dgm:spPr/>
      <dgm:t>
        <a:bodyPr/>
        <a:lstStyle/>
        <a:p>
          <a:r>
            <a:rPr lang="en-US" dirty="0" smtClean="0"/>
            <a:t>Labor theory</a:t>
          </a:r>
          <a:endParaRPr lang="en-US" dirty="0"/>
        </a:p>
      </dgm:t>
    </dgm:pt>
    <dgm:pt modelId="{775CFD4C-8E19-4DBC-BBCA-1532D9B9759A}" type="parTrans" cxnId="{ECF60E5E-E1FC-4EFE-B4A2-51C748840AE9}">
      <dgm:prSet/>
      <dgm:spPr/>
      <dgm:t>
        <a:bodyPr/>
        <a:lstStyle/>
        <a:p>
          <a:endParaRPr lang="en-US"/>
        </a:p>
      </dgm:t>
    </dgm:pt>
    <dgm:pt modelId="{A48BFB9D-2841-40E7-B34C-C7B87C09372D}" type="sibTrans" cxnId="{ECF60E5E-E1FC-4EFE-B4A2-51C748840AE9}">
      <dgm:prSet/>
      <dgm:spPr/>
      <dgm:t>
        <a:bodyPr/>
        <a:lstStyle/>
        <a:p>
          <a:endParaRPr lang="en-US"/>
        </a:p>
      </dgm:t>
    </dgm:pt>
    <dgm:pt modelId="{FFD40623-6D10-4DA5-88DE-5122EEE97B83}">
      <dgm:prSet phldrT="[Text]"/>
      <dgm:spPr/>
      <dgm:t>
        <a:bodyPr/>
        <a:lstStyle/>
        <a:p>
          <a:r>
            <a:rPr lang="en-US" dirty="0" smtClean="0"/>
            <a:t>Modern</a:t>
          </a:r>
          <a:endParaRPr lang="en-US" dirty="0"/>
        </a:p>
      </dgm:t>
    </dgm:pt>
    <dgm:pt modelId="{7D54ED63-4AFB-460A-88E6-DBD6121C0A99}" type="parTrans" cxnId="{A48D7B0E-78DA-4838-A63D-07D5C10A5DAB}">
      <dgm:prSet/>
      <dgm:spPr/>
      <dgm:t>
        <a:bodyPr/>
        <a:lstStyle/>
        <a:p>
          <a:endParaRPr lang="en-US"/>
        </a:p>
      </dgm:t>
    </dgm:pt>
    <dgm:pt modelId="{512912F2-99C8-4789-9F21-04CEDF6494E8}" type="sibTrans" cxnId="{A48D7B0E-78DA-4838-A63D-07D5C10A5DAB}">
      <dgm:prSet/>
      <dgm:spPr/>
      <dgm:t>
        <a:bodyPr/>
        <a:lstStyle/>
        <a:p>
          <a:endParaRPr lang="en-US"/>
        </a:p>
      </dgm:t>
    </dgm:pt>
    <dgm:pt modelId="{82A41A68-5AE4-43EF-B668-2F1CEF8F461C}">
      <dgm:prSet phldrT="[Text]"/>
      <dgm:spPr/>
      <dgm:t>
        <a:bodyPr/>
        <a:lstStyle/>
        <a:p>
          <a:r>
            <a:rPr lang="en-US" dirty="0" smtClean="0"/>
            <a:t>Special case of domestic trade</a:t>
          </a:r>
          <a:endParaRPr lang="en-US" dirty="0"/>
        </a:p>
      </dgm:t>
    </dgm:pt>
    <dgm:pt modelId="{325F5ACA-269D-408B-A832-332435F00E3A}" type="parTrans" cxnId="{4C572377-8A30-4349-BC6F-D29F620F4F0B}">
      <dgm:prSet/>
      <dgm:spPr/>
      <dgm:t>
        <a:bodyPr/>
        <a:lstStyle/>
        <a:p>
          <a:endParaRPr lang="en-US"/>
        </a:p>
      </dgm:t>
    </dgm:pt>
    <dgm:pt modelId="{3962860F-D084-4A8F-A6BF-A32EF4C7D66D}" type="sibTrans" cxnId="{4C572377-8A30-4349-BC6F-D29F620F4F0B}">
      <dgm:prSet/>
      <dgm:spPr/>
      <dgm:t>
        <a:bodyPr/>
        <a:lstStyle/>
        <a:p>
          <a:endParaRPr lang="en-US"/>
        </a:p>
      </dgm:t>
    </dgm:pt>
    <dgm:pt modelId="{0D6A1D0E-D969-48A6-A270-39B902844164}">
      <dgm:prSet phldrT="[Text]"/>
      <dgm:spPr/>
      <dgm:t>
        <a:bodyPr/>
        <a:lstStyle/>
        <a:p>
          <a:r>
            <a:rPr lang="en-US" dirty="0" smtClean="0"/>
            <a:t>General equilibrium</a:t>
          </a:r>
          <a:endParaRPr lang="en-US" dirty="0"/>
        </a:p>
      </dgm:t>
    </dgm:pt>
    <dgm:pt modelId="{24AAC43D-2368-443B-B94F-E2EEF32F08F5}" type="parTrans" cxnId="{37BA04A0-8A24-445D-970C-DDDB4996B049}">
      <dgm:prSet/>
      <dgm:spPr/>
      <dgm:t>
        <a:bodyPr/>
        <a:lstStyle/>
        <a:p>
          <a:endParaRPr lang="en-US"/>
        </a:p>
      </dgm:t>
    </dgm:pt>
    <dgm:pt modelId="{F90A0AD1-54B6-4255-A692-4FC25707AA91}" type="sibTrans" cxnId="{37BA04A0-8A24-445D-970C-DDDB4996B049}">
      <dgm:prSet/>
      <dgm:spPr/>
      <dgm:t>
        <a:bodyPr/>
        <a:lstStyle/>
        <a:p>
          <a:endParaRPr lang="en-US"/>
        </a:p>
      </dgm:t>
    </dgm:pt>
    <dgm:pt modelId="{E81ECB6B-1EF3-4B51-A058-08E00EE17CDA}">
      <dgm:prSet phldrT="[Text]"/>
      <dgm:spPr/>
      <dgm:t>
        <a:bodyPr/>
        <a:lstStyle/>
        <a:p>
          <a:r>
            <a:rPr lang="en-US" dirty="0" smtClean="0"/>
            <a:t>Labor factor</a:t>
          </a:r>
          <a:endParaRPr lang="en-US" dirty="0"/>
        </a:p>
      </dgm:t>
    </dgm:pt>
    <dgm:pt modelId="{035D5366-E66E-48F0-B9FE-544BCB70E265}" type="parTrans" cxnId="{B2C080A6-9BF8-4DDD-9508-47565A5B1906}">
      <dgm:prSet/>
      <dgm:spPr/>
      <dgm:t>
        <a:bodyPr/>
        <a:lstStyle/>
        <a:p>
          <a:endParaRPr lang="en-US"/>
        </a:p>
      </dgm:t>
    </dgm:pt>
    <dgm:pt modelId="{FCDA3A5E-3371-4BD0-A96B-29E0C9F9413D}" type="sibTrans" cxnId="{B2C080A6-9BF8-4DDD-9508-47565A5B1906}">
      <dgm:prSet/>
      <dgm:spPr/>
      <dgm:t>
        <a:bodyPr/>
        <a:lstStyle/>
        <a:p>
          <a:endParaRPr lang="en-US"/>
        </a:p>
      </dgm:t>
    </dgm:pt>
    <dgm:pt modelId="{A3B3607B-F3F1-4259-826A-4FCC948F24ED}">
      <dgm:prSet phldrT="[Text]"/>
      <dgm:spPr/>
      <dgm:t>
        <a:bodyPr/>
        <a:lstStyle/>
        <a:p>
          <a:r>
            <a:rPr lang="en-US" dirty="0" smtClean="0"/>
            <a:t>Labor and capital</a:t>
          </a:r>
          <a:endParaRPr lang="en-US" dirty="0"/>
        </a:p>
      </dgm:t>
    </dgm:pt>
    <dgm:pt modelId="{CAE11158-DB2F-4AD9-B0B4-F07506E505B9}" type="parTrans" cxnId="{F4390E6E-99D3-4944-8D0A-059DC7F67452}">
      <dgm:prSet/>
      <dgm:spPr/>
      <dgm:t>
        <a:bodyPr/>
        <a:lstStyle/>
        <a:p>
          <a:endParaRPr lang="en-US"/>
        </a:p>
      </dgm:t>
    </dgm:pt>
    <dgm:pt modelId="{C7FBF991-16D6-4552-B1BE-3805A15210AD}" type="sibTrans" cxnId="{F4390E6E-99D3-4944-8D0A-059DC7F67452}">
      <dgm:prSet/>
      <dgm:spPr/>
      <dgm:t>
        <a:bodyPr/>
        <a:lstStyle/>
        <a:p>
          <a:endParaRPr lang="en-US"/>
        </a:p>
      </dgm:t>
    </dgm:pt>
    <dgm:pt modelId="{BF3BCB4A-423B-40CC-BD9A-66C54C9D654D}">
      <dgm:prSet phldrT="[Text]"/>
      <dgm:spPr/>
      <dgm:t>
        <a:bodyPr/>
        <a:lstStyle/>
        <a:p>
          <a:r>
            <a:rPr lang="en-US" dirty="0" smtClean="0"/>
            <a:t>Fails to explain why production cost differs</a:t>
          </a:r>
          <a:endParaRPr lang="en-US" dirty="0"/>
        </a:p>
      </dgm:t>
    </dgm:pt>
    <dgm:pt modelId="{835DED21-8CDD-4152-A48E-059DDA49D996}" type="parTrans" cxnId="{66D881CD-7815-455C-B8F0-97E6B813FADA}">
      <dgm:prSet/>
      <dgm:spPr/>
      <dgm:t>
        <a:bodyPr/>
        <a:lstStyle/>
        <a:p>
          <a:endParaRPr lang="en-US"/>
        </a:p>
      </dgm:t>
    </dgm:pt>
    <dgm:pt modelId="{741477B0-077A-4863-A5EE-3DF14FAC354A}" type="sibTrans" cxnId="{66D881CD-7815-455C-B8F0-97E6B813FADA}">
      <dgm:prSet/>
      <dgm:spPr/>
      <dgm:t>
        <a:bodyPr/>
        <a:lstStyle/>
        <a:p>
          <a:endParaRPr lang="en-US"/>
        </a:p>
      </dgm:t>
    </dgm:pt>
    <dgm:pt modelId="{1BB4E867-ADE3-42B6-8DFB-64DE9A97FAB7}">
      <dgm:prSet phldrT="[Text]"/>
      <dgm:spPr/>
      <dgm:t>
        <a:bodyPr/>
        <a:lstStyle/>
        <a:p>
          <a:endParaRPr lang="en-US" dirty="0" smtClean="0"/>
        </a:p>
        <a:p>
          <a:r>
            <a:rPr lang="en-US" dirty="0" smtClean="0"/>
            <a:t>Explains causes of trade</a:t>
          </a:r>
          <a:endParaRPr lang="en-US" dirty="0"/>
        </a:p>
      </dgm:t>
    </dgm:pt>
    <dgm:pt modelId="{1F1EB37A-E46B-47E4-A8A1-C0C2AA1CBCE1}" type="parTrans" cxnId="{6CBC50E1-3FF6-4025-8BD5-23C511E20361}">
      <dgm:prSet/>
      <dgm:spPr/>
      <dgm:t>
        <a:bodyPr/>
        <a:lstStyle/>
        <a:p>
          <a:endParaRPr lang="en-US"/>
        </a:p>
      </dgm:t>
    </dgm:pt>
    <dgm:pt modelId="{353BCAE6-89AF-4716-8021-367227E1DE93}" type="sibTrans" cxnId="{6CBC50E1-3FF6-4025-8BD5-23C511E20361}">
      <dgm:prSet/>
      <dgm:spPr/>
      <dgm:t>
        <a:bodyPr/>
        <a:lstStyle/>
        <a:p>
          <a:endParaRPr lang="en-US"/>
        </a:p>
      </dgm:t>
    </dgm:pt>
    <dgm:pt modelId="{5E5589CE-2B2C-4BB2-A100-006943FD93F1}">
      <dgm:prSet phldrT="[Text]"/>
      <dgm:spPr/>
      <dgm:t>
        <a:bodyPr/>
        <a:lstStyle/>
        <a:p>
          <a:r>
            <a:rPr lang="en-US" dirty="0" smtClean="0"/>
            <a:t>Difference in labor productivity</a:t>
          </a:r>
          <a:endParaRPr lang="en-US" dirty="0"/>
        </a:p>
      </dgm:t>
    </dgm:pt>
    <dgm:pt modelId="{A589738C-7720-4C25-8670-2682C838F5D3}" type="parTrans" cxnId="{D24E035B-F331-42ED-B27A-5D0DFD445B6C}">
      <dgm:prSet/>
      <dgm:spPr/>
      <dgm:t>
        <a:bodyPr/>
        <a:lstStyle/>
        <a:p>
          <a:endParaRPr lang="en-US"/>
        </a:p>
      </dgm:t>
    </dgm:pt>
    <dgm:pt modelId="{8524A8A9-F8A5-4DAB-B94B-374E448DD75D}" type="sibTrans" cxnId="{D24E035B-F331-42ED-B27A-5D0DFD445B6C}">
      <dgm:prSet/>
      <dgm:spPr/>
      <dgm:t>
        <a:bodyPr/>
        <a:lstStyle/>
        <a:p>
          <a:endParaRPr lang="en-US"/>
        </a:p>
      </dgm:t>
    </dgm:pt>
    <dgm:pt modelId="{DAFDDB98-C001-4A28-8269-C99362AB124B}">
      <dgm:prSet phldrT="[Text]"/>
      <dgm:spPr/>
      <dgm:t>
        <a:bodyPr/>
        <a:lstStyle/>
        <a:p>
          <a:r>
            <a:rPr lang="en-US" dirty="0" smtClean="0"/>
            <a:t>Differences in labor and capital productivity</a:t>
          </a:r>
          <a:endParaRPr lang="en-US" dirty="0"/>
        </a:p>
      </dgm:t>
    </dgm:pt>
    <dgm:pt modelId="{63AA574B-EE91-44BE-8033-37D51FCEF377}" type="parTrans" cxnId="{24179180-9332-497E-8316-E5431F3752F9}">
      <dgm:prSet/>
      <dgm:spPr/>
      <dgm:t>
        <a:bodyPr/>
        <a:lstStyle/>
        <a:p>
          <a:endParaRPr lang="en-US"/>
        </a:p>
      </dgm:t>
    </dgm:pt>
    <dgm:pt modelId="{6EEFED2E-A1F0-4294-BC8B-5686BADDAFCC}" type="sibTrans" cxnId="{24179180-9332-497E-8316-E5431F3752F9}">
      <dgm:prSet/>
      <dgm:spPr/>
      <dgm:t>
        <a:bodyPr/>
        <a:lstStyle/>
        <a:p>
          <a:endParaRPr lang="en-US"/>
        </a:p>
      </dgm:t>
    </dgm:pt>
    <dgm:pt modelId="{78819A12-E549-482B-874D-945C9E3EA463}" type="pres">
      <dgm:prSet presAssocID="{1C1ABFF1-4296-4757-8DB1-AE5169FC011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BF8D63E7-AA4B-43E5-83E6-30386E5B1DCD}" type="pres">
      <dgm:prSet presAssocID="{E5E4243E-6468-4128-9625-F490E22F7F50}" presName="vertFlow" presStyleCnt="0"/>
      <dgm:spPr/>
    </dgm:pt>
    <dgm:pt modelId="{69817599-07E7-46BD-A897-6420EB802E9A}" type="pres">
      <dgm:prSet presAssocID="{E5E4243E-6468-4128-9625-F490E22F7F50}" presName="header" presStyleLbl="node1" presStyleIdx="0" presStyleCnt="2"/>
      <dgm:spPr/>
      <dgm:t>
        <a:bodyPr/>
        <a:lstStyle/>
        <a:p>
          <a:endParaRPr lang="en-GB"/>
        </a:p>
      </dgm:t>
    </dgm:pt>
    <dgm:pt modelId="{88457BC4-A343-4754-B145-83ADEA2D73BA}" type="pres">
      <dgm:prSet presAssocID="{27E2F36B-430D-444C-89B2-3A26D8BD1A3C}" presName="parTrans" presStyleLbl="sibTrans2D1" presStyleIdx="0" presStyleCnt="10"/>
      <dgm:spPr/>
      <dgm:t>
        <a:bodyPr/>
        <a:lstStyle/>
        <a:p>
          <a:endParaRPr lang="en-GB"/>
        </a:p>
      </dgm:t>
    </dgm:pt>
    <dgm:pt modelId="{1FAE4E4B-0990-4AB4-926D-AB9CD5B7F64B}" type="pres">
      <dgm:prSet presAssocID="{4FEC2359-43B5-4EA9-B1A3-818ED5F69312}" presName="child" presStyleLbl="alignAccFollowNode1" presStyleIdx="0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63FAC4-9F4B-4029-85C8-2BC75BAEE7CC}" type="pres">
      <dgm:prSet presAssocID="{CA268E27-2B57-4A62-8E87-C34C6BDA85B2}" presName="sibTrans" presStyleLbl="sibTrans2D1" presStyleIdx="1" presStyleCnt="10"/>
      <dgm:spPr/>
      <dgm:t>
        <a:bodyPr/>
        <a:lstStyle/>
        <a:p>
          <a:endParaRPr lang="en-GB"/>
        </a:p>
      </dgm:t>
    </dgm:pt>
    <dgm:pt modelId="{374921C7-70D0-4DE7-8804-0F97B6DC93E7}" type="pres">
      <dgm:prSet presAssocID="{25A6362C-112A-4124-8C00-0814BB4BFC06}" presName="child" presStyleLbl="alignAccFollowNode1" presStyleIdx="1" presStyleCnt="10" custLinFactNeighborX="-11898" custLinFactNeighborY="-9542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540545B-BCBD-4A5D-AA38-0F392644C8D5}" type="pres">
      <dgm:prSet presAssocID="{A48BFB9D-2841-40E7-B34C-C7B87C09372D}" presName="sibTrans" presStyleLbl="sibTrans2D1" presStyleIdx="2" presStyleCnt="10"/>
      <dgm:spPr/>
      <dgm:t>
        <a:bodyPr/>
        <a:lstStyle/>
        <a:p>
          <a:endParaRPr lang="en-GB"/>
        </a:p>
      </dgm:t>
    </dgm:pt>
    <dgm:pt modelId="{34921486-6625-4692-8604-C21A700410B1}" type="pres">
      <dgm:prSet presAssocID="{E81ECB6B-1EF3-4B51-A058-08E00EE17CDA}" presName="child" presStyleLbl="alignAccFollowNode1" presStyleIdx="2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74D3C0C-DA14-49EB-B526-DEB42F59D351}" type="pres">
      <dgm:prSet presAssocID="{FCDA3A5E-3371-4BD0-A96B-29E0C9F9413D}" presName="sibTrans" presStyleLbl="sibTrans2D1" presStyleIdx="3" presStyleCnt="10"/>
      <dgm:spPr/>
      <dgm:t>
        <a:bodyPr/>
        <a:lstStyle/>
        <a:p>
          <a:endParaRPr lang="en-GB"/>
        </a:p>
      </dgm:t>
    </dgm:pt>
    <dgm:pt modelId="{E68AA015-963A-4D4E-B558-B55A9F3FEB48}" type="pres">
      <dgm:prSet presAssocID="{BF3BCB4A-423B-40CC-BD9A-66C54C9D654D}" presName="child" presStyleLbl="alignAccFollowNode1" presStyleIdx="3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3E0C4E-3225-48F9-A4C5-08D2A23EE651}" type="pres">
      <dgm:prSet presAssocID="{741477B0-077A-4863-A5EE-3DF14FAC354A}" presName="sibTrans" presStyleLbl="sibTrans2D1" presStyleIdx="4" presStyleCnt="10"/>
      <dgm:spPr/>
      <dgm:t>
        <a:bodyPr/>
        <a:lstStyle/>
        <a:p>
          <a:endParaRPr lang="en-GB"/>
        </a:p>
      </dgm:t>
    </dgm:pt>
    <dgm:pt modelId="{8D71C4DF-9C01-4DE7-BB64-F03EEA8158AD}" type="pres">
      <dgm:prSet presAssocID="{5E5589CE-2B2C-4BB2-A100-006943FD93F1}" presName="child" presStyleLbl="alignAccFollowNode1" presStyleIdx="4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E4ECCD-5D55-4772-B068-A8F8CAA782D2}" type="pres">
      <dgm:prSet presAssocID="{E5E4243E-6468-4128-9625-F490E22F7F50}" presName="hSp" presStyleCnt="0"/>
      <dgm:spPr/>
    </dgm:pt>
    <dgm:pt modelId="{47A9931A-149B-4F14-BD3E-F532A8F817BE}" type="pres">
      <dgm:prSet presAssocID="{FFD40623-6D10-4DA5-88DE-5122EEE97B83}" presName="vertFlow" presStyleCnt="0"/>
      <dgm:spPr/>
    </dgm:pt>
    <dgm:pt modelId="{7F613A22-4557-4F3E-9FC9-F2CC25ECA9CB}" type="pres">
      <dgm:prSet presAssocID="{FFD40623-6D10-4DA5-88DE-5122EEE97B83}" presName="header" presStyleLbl="node1" presStyleIdx="1" presStyleCnt="2"/>
      <dgm:spPr/>
      <dgm:t>
        <a:bodyPr/>
        <a:lstStyle/>
        <a:p>
          <a:endParaRPr lang="en-GB"/>
        </a:p>
      </dgm:t>
    </dgm:pt>
    <dgm:pt modelId="{957B6133-E94D-45DA-AFED-AEEFD08B01BF}" type="pres">
      <dgm:prSet presAssocID="{325F5ACA-269D-408B-A832-332435F00E3A}" presName="parTrans" presStyleLbl="sibTrans2D1" presStyleIdx="5" presStyleCnt="10"/>
      <dgm:spPr/>
      <dgm:t>
        <a:bodyPr/>
        <a:lstStyle/>
        <a:p>
          <a:endParaRPr lang="en-GB"/>
        </a:p>
      </dgm:t>
    </dgm:pt>
    <dgm:pt modelId="{FDBDDF5D-7A7E-4224-AFE0-4F3B13984B6F}" type="pres">
      <dgm:prSet presAssocID="{82A41A68-5AE4-43EF-B668-2F1CEF8F461C}" presName="child" presStyleLbl="alignAccFollowNode1" presStyleIdx="5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6B34BE-4F4E-45FE-A1E0-F0A19F670D21}" type="pres">
      <dgm:prSet presAssocID="{3962860F-D084-4A8F-A6BF-A32EF4C7D66D}" presName="sibTrans" presStyleLbl="sibTrans2D1" presStyleIdx="6" presStyleCnt="10"/>
      <dgm:spPr/>
      <dgm:t>
        <a:bodyPr/>
        <a:lstStyle/>
        <a:p>
          <a:endParaRPr lang="en-GB"/>
        </a:p>
      </dgm:t>
    </dgm:pt>
    <dgm:pt modelId="{B9296AE5-DE5E-4D78-9C8B-CC2A32908EEB}" type="pres">
      <dgm:prSet presAssocID="{0D6A1D0E-D969-48A6-A270-39B902844164}" presName="child" presStyleLbl="alignAccFollowNode1" presStyleIdx="6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1B8880E-B386-43A5-9593-9A75C9D40056}" type="pres">
      <dgm:prSet presAssocID="{F90A0AD1-54B6-4255-A692-4FC25707AA91}" presName="sibTrans" presStyleLbl="sibTrans2D1" presStyleIdx="7" presStyleCnt="10"/>
      <dgm:spPr/>
      <dgm:t>
        <a:bodyPr/>
        <a:lstStyle/>
        <a:p>
          <a:endParaRPr lang="en-GB"/>
        </a:p>
      </dgm:t>
    </dgm:pt>
    <dgm:pt modelId="{421C9C17-8BF4-4510-923E-15CA8798A6D3}" type="pres">
      <dgm:prSet presAssocID="{A3B3607B-F3F1-4259-826A-4FCC948F24ED}" presName="child" presStyleLbl="alignAccFollowNode1" presStyleIdx="7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8A9D707-330B-4943-9742-55966B58CDC1}" type="pres">
      <dgm:prSet presAssocID="{C7FBF991-16D6-4552-B1BE-3805A15210AD}" presName="sibTrans" presStyleLbl="sibTrans2D1" presStyleIdx="8" presStyleCnt="10"/>
      <dgm:spPr/>
      <dgm:t>
        <a:bodyPr/>
        <a:lstStyle/>
        <a:p>
          <a:endParaRPr lang="en-GB"/>
        </a:p>
      </dgm:t>
    </dgm:pt>
    <dgm:pt modelId="{4C078664-F5F5-4E5F-B268-B2062CD55C2E}" type="pres">
      <dgm:prSet presAssocID="{1BB4E867-ADE3-42B6-8DFB-64DE9A97FAB7}" presName="child" presStyleLbl="alignAccFollowNode1" presStyleIdx="8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BE731C6-6280-4D99-94BC-3398531ED8F6}" type="pres">
      <dgm:prSet presAssocID="{353BCAE6-89AF-4716-8021-367227E1DE93}" presName="sibTrans" presStyleLbl="sibTrans2D1" presStyleIdx="9" presStyleCnt="10"/>
      <dgm:spPr/>
      <dgm:t>
        <a:bodyPr/>
        <a:lstStyle/>
        <a:p>
          <a:endParaRPr lang="en-GB"/>
        </a:p>
      </dgm:t>
    </dgm:pt>
    <dgm:pt modelId="{EBEEAE05-AA53-4087-8DA6-6AC2F1194EF6}" type="pres">
      <dgm:prSet presAssocID="{DAFDDB98-C001-4A28-8269-C99362AB124B}" presName="child" presStyleLbl="alignAccFollowNode1" presStyleIdx="9" presStyleCnt="1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7C30E6B7-B26A-4DDE-8ED0-AF2236532A8B}" type="presOf" srcId="{5E5589CE-2B2C-4BB2-A100-006943FD93F1}" destId="{8D71C4DF-9C01-4DE7-BB64-F03EEA8158AD}" srcOrd="0" destOrd="0" presId="urn:microsoft.com/office/officeart/2005/8/layout/lProcess1"/>
    <dgm:cxn modelId="{A48D7B0E-78DA-4838-A63D-07D5C10A5DAB}" srcId="{1C1ABFF1-4296-4757-8DB1-AE5169FC0113}" destId="{FFD40623-6D10-4DA5-88DE-5122EEE97B83}" srcOrd="1" destOrd="0" parTransId="{7D54ED63-4AFB-460A-88E6-DBD6121C0A99}" sibTransId="{512912F2-99C8-4789-9F21-04CEDF6494E8}"/>
    <dgm:cxn modelId="{4C572377-8A30-4349-BC6F-D29F620F4F0B}" srcId="{FFD40623-6D10-4DA5-88DE-5122EEE97B83}" destId="{82A41A68-5AE4-43EF-B668-2F1CEF8F461C}" srcOrd="0" destOrd="0" parTransId="{325F5ACA-269D-408B-A832-332435F00E3A}" sibTransId="{3962860F-D084-4A8F-A6BF-A32EF4C7D66D}"/>
    <dgm:cxn modelId="{6CBC50E1-3FF6-4025-8BD5-23C511E20361}" srcId="{FFD40623-6D10-4DA5-88DE-5122EEE97B83}" destId="{1BB4E867-ADE3-42B6-8DFB-64DE9A97FAB7}" srcOrd="3" destOrd="0" parTransId="{1F1EB37A-E46B-47E4-A8A1-C0C2AA1CBCE1}" sibTransId="{353BCAE6-89AF-4716-8021-367227E1DE93}"/>
    <dgm:cxn modelId="{E6BD9F48-FA29-43AF-9F32-AAF670DB8F10}" type="presOf" srcId="{325F5ACA-269D-408B-A832-332435F00E3A}" destId="{957B6133-E94D-45DA-AFED-AEEFD08B01BF}" srcOrd="0" destOrd="0" presId="urn:microsoft.com/office/officeart/2005/8/layout/lProcess1"/>
    <dgm:cxn modelId="{D24E035B-F331-42ED-B27A-5D0DFD445B6C}" srcId="{E5E4243E-6468-4128-9625-F490E22F7F50}" destId="{5E5589CE-2B2C-4BB2-A100-006943FD93F1}" srcOrd="4" destOrd="0" parTransId="{A589738C-7720-4C25-8670-2682C838F5D3}" sibTransId="{8524A8A9-F8A5-4DAB-B94B-374E448DD75D}"/>
    <dgm:cxn modelId="{E09460C2-8646-44E4-8377-AC41413A3578}" type="presOf" srcId="{FFD40623-6D10-4DA5-88DE-5122EEE97B83}" destId="{7F613A22-4557-4F3E-9FC9-F2CC25ECA9CB}" srcOrd="0" destOrd="0" presId="urn:microsoft.com/office/officeart/2005/8/layout/lProcess1"/>
    <dgm:cxn modelId="{59AFF2F0-C507-4AF0-BDF3-866B4DD6CB1E}" type="presOf" srcId="{353BCAE6-89AF-4716-8021-367227E1DE93}" destId="{CBE731C6-6280-4D99-94BC-3398531ED8F6}" srcOrd="0" destOrd="0" presId="urn:microsoft.com/office/officeart/2005/8/layout/lProcess1"/>
    <dgm:cxn modelId="{37BA04A0-8A24-445D-970C-DDDB4996B049}" srcId="{FFD40623-6D10-4DA5-88DE-5122EEE97B83}" destId="{0D6A1D0E-D969-48A6-A270-39B902844164}" srcOrd="1" destOrd="0" parTransId="{24AAC43D-2368-443B-B94F-E2EEF32F08F5}" sibTransId="{F90A0AD1-54B6-4255-A692-4FC25707AA91}"/>
    <dgm:cxn modelId="{39F09401-32EB-4272-8E20-140ACC0D207B}" type="presOf" srcId="{741477B0-077A-4863-A5EE-3DF14FAC354A}" destId="{4B3E0C4E-3225-48F9-A4C5-08D2A23EE651}" srcOrd="0" destOrd="0" presId="urn:microsoft.com/office/officeart/2005/8/layout/lProcess1"/>
    <dgm:cxn modelId="{24179180-9332-497E-8316-E5431F3752F9}" srcId="{FFD40623-6D10-4DA5-88DE-5122EEE97B83}" destId="{DAFDDB98-C001-4A28-8269-C99362AB124B}" srcOrd="4" destOrd="0" parTransId="{63AA574B-EE91-44BE-8033-37D51FCEF377}" sibTransId="{6EEFED2E-A1F0-4294-BC8B-5686BADDAFCC}"/>
    <dgm:cxn modelId="{E95A790B-0BE3-407B-AE0D-0C0418E0A237}" type="presOf" srcId="{BF3BCB4A-423B-40CC-BD9A-66C54C9D654D}" destId="{E68AA015-963A-4D4E-B558-B55A9F3FEB48}" srcOrd="0" destOrd="0" presId="urn:microsoft.com/office/officeart/2005/8/layout/lProcess1"/>
    <dgm:cxn modelId="{DA82ACC1-A932-4AAF-BDFE-583639052FE3}" srcId="{E5E4243E-6468-4128-9625-F490E22F7F50}" destId="{4FEC2359-43B5-4EA9-B1A3-818ED5F69312}" srcOrd="0" destOrd="0" parTransId="{27E2F36B-430D-444C-89B2-3A26D8BD1A3C}" sibTransId="{CA268E27-2B57-4A62-8E87-C34C6BDA85B2}"/>
    <dgm:cxn modelId="{2DD66AE2-997F-4F21-8FAA-00F6F49B817F}" type="presOf" srcId="{27E2F36B-430D-444C-89B2-3A26D8BD1A3C}" destId="{88457BC4-A343-4754-B145-83ADEA2D73BA}" srcOrd="0" destOrd="0" presId="urn:microsoft.com/office/officeart/2005/8/layout/lProcess1"/>
    <dgm:cxn modelId="{042B1B9E-498F-47DB-A717-6BCAC46BA70C}" type="presOf" srcId="{A3B3607B-F3F1-4259-826A-4FCC948F24ED}" destId="{421C9C17-8BF4-4510-923E-15CA8798A6D3}" srcOrd="0" destOrd="0" presId="urn:microsoft.com/office/officeart/2005/8/layout/lProcess1"/>
    <dgm:cxn modelId="{CC472DB0-EAA4-4E5E-8A40-24B8E6CFA371}" type="presOf" srcId="{DAFDDB98-C001-4A28-8269-C99362AB124B}" destId="{EBEEAE05-AA53-4087-8DA6-6AC2F1194EF6}" srcOrd="0" destOrd="0" presId="urn:microsoft.com/office/officeart/2005/8/layout/lProcess1"/>
    <dgm:cxn modelId="{CC009272-E0B4-41DF-B447-B19BE33BB35B}" type="presOf" srcId="{25A6362C-112A-4124-8C00-0814BB4BFC06}" destId="{374921C7-70D0-4DE7-8804-0F97B6DC93E7}" srcOrd="0" destOrd="0" presId="urn:microsoft.com/office/officeart/2005/8/layout/lProcess1"/>
    <dgm:cxn modelId="{0AEE7F54-EB24-489A-826C-0220A258AA07}" type="presOf" srcId="{0D6A1D0E-D969-48A6-A270-39B902844164}" destId="{B9296AE5-DE5E-4D78-9C8B-CC2A32908EEB}" srcOrd="0" destOrd="0" presId="urn:microsoft.com/office/officeart/2005/8/layout/lProcess1"/>
    <dgm:cxn modelId="{37B12D7D-0B0C-43CE-B714-72BE3A22B6A4}" srcId="{1C1ABFF1-4296-4757-8DB1-AE5169FC0113}" destId="{E5E4243E-6468-4128-9625-F490E22F7F50}" srcOrd="0" destOrd="0" parTransId="{A4598A81-11D0-4F40-9BE8-3269E5A942F4}" sibTransId="{F183647D-5EC9-49AC-8D06-ACFD20E8922D}"/>
    <dgm:cxn modelId="{66D881CD-7815-455C-B8F0-97E6B813FADA}" srcId="{E5E4243E-6468-4128-9625-F490E22F7F50}" destId="{BF3BCB4A-423B-40CC-BD9A-66C54C9D654D}" srcOrd="3" destOrd="0" parTransId="{835DED21-8CDD-4152-A48E-059DDA49D996}" sibTransId="{741477B0-077A-4863-A5EE-3DF14FAC354A}"/>
    <dgm:cxn modelId="{D9E2ADD6-2531-4903-946D-0F8804AE8AF6}" type="presOf" srcId="{4FEC2359-43B5-4EA9-B1A3-818ED5F69312}" destId="{1FAE4E4B-0990-4AB4-926D-AB9CD5B7F64B}" srcOrd="0" destOrd="0" presId="urn:microsoft.com/office/officeart/2005/8/layout/lProcess1"/>
    <dgm:cxn modelId="{184B1AE5-FE28-4083-9164-216270644B10}" type="presOf" srcId="{A48BFB9D-2841-40E7-B34C-C7B87C09372D}" destId="{2540545B-BCBD-4A5D-AA38-0F392644C8D5}" srcOrd="0" destOrd="0" presId="urn:microsoft.com/office/officeart/2005/8/layout/lProcess1"/>
    <dgm:cxn modelId="{2A6154D3-ED80-4D76-812E-9818D8DAB8FB}" type="presOf" srcId="{E81ECB6B-1EF3-4B51-A058-08E00EE17CDA}" destId="{34921486-6625-4692-8604-C21A700410B1}" srcOrd="0" destOrd="0" presId="urn:microsoft.com/office/officeart/2005/8/layout/lProcess1"/>
    <dgm:cxn modelId="{B2C080A6-9BF8-4DDD-9508-47565A5B1906}" srcId="{E5E4243E-6468-4128-9625-F490E22F7F50}" destId="{E81ECB6B-1EF3-4B51-A058-08E00EE17CDA}" srcOrd="2" destOrd="0" parTransId="{035D5366-E66E-48F0-B9FE-544BCB70E265}" sibTransId="{FCDA3A5E-3371-4BD0-A96B-29E0C9F9413D}"/>
    <dgm:cxn modelId="{0583ECFF-24AE-4A5E-B06A-CA3B9E934335}" type="presOf" srcId="{3962860F-D084-4A8F-A6BF-A32EF4C7D66D}" destId="{596B34BE-4F4E-45FE-A1E0-F0A19F670D21}" srcOrd="0" destOrd="0" presId="urn:microsoft.com/office/officeart/2005/8/layout/lProcess1"/>
    <dgm:cxn modelId="{9E20FB0A-90B8-499C-AE6E-32FE3AC177FB}" type="presOf" srcId="{82A41A68-5AE4-43EF-B668-2F1CEF8F461C}" destId="{FDBDDF5D-7A7E-4224-AFE0-4F3B13984B6F}" srcOrd="0" destOrd="0" presId="urn:microsoft.com/office/officeart/2005/8/layout/lProcess1"/>
    <dgm:cxn modelId="{01A85E82-4BB8-4B25-AC3E-7DD2CEE90B8C}" type="presOf" srcId="{CA268E27-2B57-4A62-8E87-C34C6BDA85B2}" destId="{A363FAC4-9F4B-4029-85C8-2BC75BAEE7CC}" srcOrd="0" destOrd="0" presId="urn:microsoft.com/office/officeart/2005/8/layout/lProcess1"/>
    <dgm:cxn modelId="{CA6C8AE7-4468-46F6-905A-D50A7D117BAF}" type="presOf" srcId="{1C1ABFF1-4296-4757-8DB1-AE5169FC0113}" destId="{78819A12-E549-482B-874D-945C9E3EA463}" srcOrd="0" destOrd="0" presId="urn:microsoft.com/office/officeart/2005/8/layout/lProcess1"/>
    <dgm:cxn modelId="{7B3416D7-1225-4F2E-AF45-EB0E08E47387}" type="presOf" srcId="{FCDA3A5E-3371-4BD0-A96B-29E0C9F9413D}" destId="{874D3C0C-DA14-49EB-B526-DEB42F59D351}" srcOrd="0" destOrd="0" presId="urn:microsoft.com/office/officeart/2005/8/layout/lProcess1"/>
    <dgm:cxn modelId="{BFD8D484-91C0-4054-8B31-33A26E5E1B13}" type="presOf" srcId="{E5E4243E-6468-4128-9625-F490E22F7F50}" destId="{69817599-07E7-46BD-A897-6420EB802E9A}" srcOrd="0" destOrd="0" presId="urn:microsoft.com/office/officeart/2005/8/layout/lProcess1"/>
    <dgm:cxn modelId="{ECF60E5E-E1FC-4EFE-B4A2-51C748840AE9}" srcId="{E5E4243E-6468-4128-9625-F490E22F7F50}" destId="{25A6362C-112A-4124-8C00-0814BB4BFC06}" srcOrd="1" destOrd="0" parTransId="{775CFD4C-8E19-4DBC-BBCA-1532D9B9759A}" sibTransId="{A48BFB9D-2841-40E7-B34C-C7B87C09372D}"/>
    <dgm:cxn modelId="{8E5BC9E1-DA88-4587-B231-D7CAEC578793}" type="presOf" srcId="{C7FBF991-16D6-4552-B1BE-3805A15210AD}" destId="{D8A9D707-330B-4943-9742-55966B58CDC1}" srcOrd="0" destOrd="0" presId="urn:microsoft.com/office/officeart/2005/8/layout/lProcess1"/>
    <dgm:cxn modelId="{1A737B21-835E-4834-930C-59BAA6B69F09}" type="presOf" srcId="{F90A0AD1-54B6-4255-A692-4FC25707AA91}" destId="{41B8880E-B386-43A5-9593-9A75C9D40056}" srcOrd="0" destOrd="0" presId="urn:microsoft.com/office/officeart/2005/8/layout/lProcess1"/>
    <dgm:cxn modelId="{3773ED5E-8F73-4862-BD74-9B20B0B43C5F}" type="presOf" srcId="{1BB4E867-ADE3-42B6-8DFB-64DE9A97FAB7}" destId="{4C078664-F5F5-4E5F-B268-B2062CD55C2E}" srcOrd="0" destOrd="0" presId="urn:microsoft.com/office/officeart/2005/8/layout/lProcess1"/>
    <dgm:cxn modelId="{F4390E6E-99D3-4944-8D0A-059DC7F67452}" srcId="{FFD40623-6D10-4DA5-88DE-5122EEE97B83}" destId="{A3B3607B-F3F1-4259-826A-4FCC948F24ED}" srcOrd="2" destOrd="0" parTransId="{CAE11158-DB2F-4AD9-B0B4-F07506E505B9}" sibTransId="{C7FBF991-16D6-4552-B1BE-3805A15210AD}"/>
    <dgm:cxn modelId="{89FD9E15-311D-4383-A336-CC7F94EE00E8}" type="presParOf" srcId="{78819A12-E549-482B-874D-945C9E3EA463}" destId="{BF8D63E7-AA4B-43E5-83E6-30386E5B1DCD}" srcOrd="0" destOrd="0" presId="urn:microsoft.com/office/officeart/2005/8/layout/lProcess1"/>
    <dgm:cxn modelId="{6E8DD693-B7E1-48E4-AEB3-BA59ABA0B3BE}" type="presParOf" srcId="{BF8D63E7-AA4B-43E5-83E6-30386E5B1DCD}" destId="{69817599-07E7-46BD-A897-6420EB802E9A}" srcOrd="0" destOrd="0" presId="urn:microsoft.com/office/officeart/2005/8/layout/lProcess1"/>
    <dgm:cxn modelId="{85418B4B-5092-490F-98E0-6253A3F548C5}" type="presParOf" srcId="{BF8D63E7-AA4B-43E5-83E6-30386E5B1DCD}" destId="{88457BC4-A343-4754-B145-83ADEA2D73BA}" srcOrd="1" destOrd="0" presId="urn:microsoft.com/office/officeart/2005/8/layout/lProcess1"/>
    <dgm:cxn modelId="{13C86111-49BB-4A65-990C-24098242AFB8}" type="presParOf" srcId="{BF8D63E7-AA4B-43E5-83E6-30386E5B1DCD}" destId="{1FAE4E4B-0990-4AB4-926D-AB9CD5B7F64B}" srcOrd="2" destOrd="0" presId="urn:microsoft.com/office/officeart/2005/8/layout/lProcess1"/>
    <dgm:cxn modelId="{7D985C33-8400-4861-835F-D33CA7061ABB}" type="presParOf" srcId="{BF8D63E7-AA4B-43E5-83E6-30386E5B1DCD}" destId="{A363FAC4-9F4B-4029-85C8-2BC75BAEE7CC}" srcOrd="3" destOrd="0" presId="urn:microsoft.com/office/officeart/2005/8/layout/lProcess1"/>
    <dgm:cxn modelId="{2310C196-8F55-473D-9AC1-6885A91B3EC5}" type="presParOf" srcId="{BF8D63E7-AA4B-43E5-83E6-30386E5B1DCD}" destId="{374921C7-70D0-4DE7-8804-0F97B6DC93E7}" srcOrd="4" destOrd="0" presId="urn:microsoft.com/office/officeart/2005/8/layout/lProcess1"/>
    <dgm:cxn modelId="{D824E7C0-8518-49D7-B8E3-B192B5E055CF}" type="presParOf" srcId="{BF8D63E7-AA4B-43E5-83E6-30386E5B1DCD}" destId="{2540545B-BCBD-4A5D-AA38-0F392644C8D5}" srcOrd="5" destOrd="0" presId="urn:microsoft.com/office/officeart/2005/8/layout/lProcess1"/>
    <dgm:cxn modelId="{BE5BD472-EF28-44F8-A556-02CA7878A171}" type="presParOf" srcId="{BF8D63E7-AA4B-43E5-83E6-30386E5B1DCD}" destId="{34921486-6625-4692-8604-C21A700410B1}" srcOrd="6" destOrd="0" presId="urn:microsoft.com/office/officeart/2005/8/layout/lProcess1"/>
    <dgm:cxn modelId="{2CB27078-F793-432D-92A4-3859A06D561E}" type="presParOf" srcId="{BF8D63E7-AA4B-43E5-83E6-30386E5B1DCD}" destId="{874D3C0C-DA14-49EB-B526-DEB42F59D351}" srcOrd="7" destOrd="0" presId="urn:microsoft.com/office/officeart/2005/8/layout/lProcess1"/>
    <dgm:cxn modelId="{CD3911CE-B36C-464E-8AE2-EE1C4452B820}" type="presParOf" srcId="{BF8D63E7-AA4B-43E5-83E6-30386E5B1DCD}" destId="{E68AA015-963A-4D4E-B558-B55A9F3FEB48}" srcOrd="8" destOrd="0" presId="urn:microsoft.com/office/officeart/2005/8/layout/lProcess1"/>
    <dgm:cxn modelId="{61B0FD76-F8A3-462F-9DC2-8B6B5EE31910}" type="presParOf" srcId="{BF8D63E7-AA4B-43E5-83E6-30386E5B1DCD}" destId="{4B3E0C4E-3225-48F9-A4C5-08D2A23EE651}" srcOrd="9" destOrd="0" presId="urn:microsoft.com/office/officeart/2005/8/layout/lProcess1"/>
    <dgm:cxn modelId="{006F0314-3076-400E-911B-1BF2091762B4}" type="presParOf" srcId="{BF8D63E7-AA4B-43E5-83E6-30386E5B1DCD}" destId="{8D71C4DF-9C01-4DE7-BB64-F03EEA8158AD}" srcOrd="10" destOrd="0" presId="urn:microsoft.com/office/officeart/2005/8/layout/lProcess1"/>
    <dgm:cxn modelId="{3F523DE4-B214-44A8-B6E9-A88067101D05}" type="presParOf" srcId="{78819A12-E549-482B-874D-945C9E3EA463}" destId="{CEE4ECCD-5D55-4772-B068-A8F8CAA782D2}" srcOrd="1" destOrd="0" presId="urn:microsoft.com/office/officeart/2005/8/layout/lProcess1"/>
    <dgm:cxn modelId="{998B8BEC-66FD-4456-A428-30DF454E9D34}" type="presParOf" srcId="{78819A12-E549-482B-874D-945C9E3EA463}" destId="{47A9931A-149B-4F14-BD3E-F532A8F817BE}" srcOrd="2" destOrd="0" presId="urn:microsoft.com/office/officeart/2005/8/layout/lProcess1"/>
    <dgm:cxn modelId="{2CE97632-C126-4F56-8F02-377A537E4F87}" type="presParOf" srcId="{47A9931A-149B-4F14-BD3E-F532A8F817BE}" destId="{7F613A22-4557-4F3E-9FC9-F2CC25ECA9CB}" srcOrd="0" destOrd="0" presId="urn:microsoft.com/office/officeart/2005/8/layout/lProcess1"/>
    <dgm:cxn modelId="{99472A75-3453-4A9E-9BB5-5A3629485AB2}" type="presParOf" srcId="{47A9931A-149B-4F14-BD3E-F532A8F817BE}" destId="{957B6133-E94D-45DA-AFED-AEEFD08B01BF}" srcOrd="1" destOrd="0" presId="urn:microsoft.com/office/officeart/2005/8/layout/lProcess1"/>
    <dgm:cxn modelId="{42359409-F5B8-4517-A079-E38975802F51}" type="presParOf" srcId="{47A9931A-149B-4F14-BD3E-F532A8F817BE}" destId="{FDBDDF5D-7A7E-4224-AFE0-4F3B13984B6F}" srcOrd="2" destOrd="0" presId="urn:microsoft.com/office/officeart/2005/8/layout/lProcess1"/>
    <dgm:cxn modelId="{84040254-7594-4772-BACC-81FC9555DC80}" type="presParOf" srcId="{47A9931A-149B-4F14-BD3E-F532A8F817BE}" destId="{596B34BE-4F4E-45FE-A1E0-F0A19F670D21}" srcOrd="3" destOrd="0" presId="urn:microsoft.com/office/officeart/2005/8/layout/lProcess1"/>
    <dgm:cxn modelId="{C266A240-7BE9-471D-AE45-83519C7DC17A}" type="presParOf" srcId="{47A9931A-149B-4F14-BD3E-F532A8F817BE}" destId="{B9296AE5-DE5E-4D78-9C8B-CC2A32908EEB}" srcOrd="4" destOrd="0" presId="urn:microsoft.com/office/officeart/2005/8/layout/lProcess1"/>
    <dgm:cxn modelId="{CB06BFCE-3475-46A0-B1C2-8F0CBD38891E}" type="presParOf" srcId="{47A9931A-149B-4F14-BD3E-F532A8F817BE}" destId="{41B8880E-B386-43A5-9593-9A75C9D40056}" srcOrd="5" destOrd="0" presId="urn:microsoft.com/office/officeart/2005/8/layout/lProcess1"/>
    <dgm:cxn modelId="{A3F869CF-7E60-42ED-8B45-EB534831B260}" type="presParOf" srcId="{47A9931A-149B-4F14-BD3E-F532A8F817BE}" destId="{421C9C17-8BF4-4510-923E-15CA8798A6D3}" srcOrd="6" destOrd="0" presId="urn:microsoft.com/office/officeart/2005/8/layout/lProcess1"/>
    <dgm:cxn modelId="{4FC9B678-0DF3-40C7-A33E-877DA8AFE19E}" type="presParOf" srcId="{47A9931A-149B-4F14-BD3E-F532A8F817BE}" destId="{D8A9D707-330B-4943-9742-55966B58CDC1}" srcOrd="7" destOrd="0" presId="urn:microsoft.com/office/officeart/2005/8/layout/lProcess1"/>
    <dgm:cxn modelId="{EEF58601-5935-4232-A430-C857C6932989}" type="presParOf" srcId="{47A9931A-149B-4F14-BD3E-F532A8F817BE}" destId="{4C078664-F5F5-4E5F-B268-B2062CD55C2E}" srcOrd="8" destOrd="0" presId="urn:microsoft.com/office/officeart/2005/8/layout/lProcess1"/>
    <dgm:cxn modelId="{AB92FFF0-5FD5-46BF-BBA2-EC9D38A1CF5B}" type="presParOf" srcId="{47A9931A-149B-4F14-BD3E-F532A8F817BE}" destId="{CBE731C6-6280-4D99-94BC-3398531ED8F6}" srcOrd="9" destOrd="0" presId="urn:microsoft.com/office/officeart/2005/8/layout/lProcess1"/>
    <dgm:cxn modelId="{D366ADD1-B13E-48F5-A2B7-B64F6F300365}" type="presParOf" srcId="{47A9931A-149B-4F14-BD3E-F532A8F817BE}" destId="{EBEEAE05-AA53-4087-8DA6-6AC2F1194EF6}" srcOrd="1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0E6E168-BA7E-4F26-B947-3EB90D6C408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7CEEEB-45C0-43B3-B781-EA3584A4035E}">
      <dgm:prSet phldrT="[Text]" custT="1"/>
      <dgm:spPr/>
      <dgm:t>
        <a:bodyPr/>
        <a:lstStyle/>
        <a:p>
          <a:r>
            <a:rPr lang="en-US" sz="2000" dirty="0" smtClean="0"/>
            <a:t>A. Imitation lag: Time lag between development of a product in one country and its imitation in other countr</a:t>
          </a:r>
          <a:r>
            <a:rPr lang="en-US" sz="1300" dirty="0" smtClean="0"/>
            <a:t>y</a:t>
          </a:r>
          <a:endParaRPr lang="en-US" sz="1300" dirty="0"/>
        </a:p>
      </dgm:t>
    </dgm:pt>
    <dgm:pt modelId="{870F8249-2739-4B6C-8916-0AC95C8A96F1}" type="parTrans" cxnId="{106F1E3B-67CA-4508-A14D-B1374B4C0CC5}">
      <dgm:prSet/>
      <dgm:spPr/>
      <dgm:t>
        <a:bodyPr/>
        <a:lstStyle/>
        <a:p>
          <a:endParaRPr lang="en-US"/>
        </a:p>
      </dgm:t>
    </dgm:pt>
    <dgm:pt modelId="{85C91E31-FBF7-45AE-BDC7-D6A1927D7F5F}" type="sibTrans" cxnId="{106F1E3B-67CA-4508-A14D-B1374B4C0CC5}">
      <dgm:prSet/>
      <dgm:spPr/>
      <dgm:t>
        <a:bodyPr/>
        <a:lstStyle/>
        <a:p>
          <a:endParaRPr lang="en-US"/>
        </a:p>
      </dgm:t>
    </dgm:pt>
    <dgm:pt modelId="{0B101574-4F9A-4378-A67A-4EFF62C87DB4}">
      <dgm:prSet phldrT="[Text]" custT="1"/>
      <dgm:spPr/>
      <dgm:t>
        <a:bodyPr/>
        <a:lstStyle/>
        <a:p>
          <a:r>
            <a:rPr lang="en-US" sz="2000" dirty="0" smtClean="0"/>
            <a:t>B. Demand lag: Time difference between the development of product and the demand for the same from other country </a:t>
          </a:r>
          <a:endParaRPr lang="en-US" sz="2000" dirty="0"/>
        </a:p>
      </dgm:t>
    </dgm:pt>
    <dgm:pt modelId="{7E112F80-4640-4218-97FB-40CF6E1A072C}" type="parTrans" cxnId="{285175CD-4FFF-4F50-A32F-AFEFF3B23784}">
      <dgm:prSet/>
      <dgm:spPr/>
      <dgm:t>
        <a:bodyPr/>
        <a:lstStyle/>
        <a:p>
          <a:endParaRPr lang="en-US"/>
        </a:p>
      </dgm:t>
    </dgm:pt>
    <dgm:pt modelId="{F8ECB425-57B2-4DF7-83CF-AF013130D85F}" type="sibTrans" cxnId="{285175CD-4FFF-4F50-A32F-AFEFF3B23784}">
      <dgm:prSet/>
      <dgm:spPr/>
      <dgm:t>
        <a:bodyPr/>
        <a:lstStyle/>
        <a:p>
          <a:endParaRPr lang="en-US"/>
        </a:p>
      </dgm:t>
    </dgm:pt>
    <dgm:pt modelId="{D5F190DA-72B1-4C5C-B703-39FED7E82194}">
      <dgm:prSet phldrT="[Text]"/>
      <dgm:spPr/>
      <dgm:t>
        <a:bodyPr/>
        <a:lstStyle/>
        <a:p>
          <a:r>
            <a:rPr lang="en-US" dirty="0" smtClean="0"/>
            <a:t>If A&lt;B, there is possibility of global trade</a:t>
          </a:r>
          <a:endParaRPr lang="en-US" dirty="0"/>
        </a:p>
      </dgm:t>
    </dgm:pt>
    <dgm:pt modelId="{3BDCB650-7FEC-4D69-9EBE-F01EE9F604A8}" type="parTrans" cxnId="{505266CA-0913-479A-A034-F8E4179BC8BC}">
      <dgm:prSet/>
      <dgm:spPr/>
      <dgm:t>
        <a:bodyPr/>
        <a:lstStyle/>
        <a:p>
          <a:endParaRPr lang="en-US"/>
        </a:p>
      </dgm:t>
    </dgm:pt>
    <dgm:pt modelId="{72FD57FD-8E91-437F-A9E1-5DB23A35414E}" type="sibTrans" cxnId="{505266CA-0913-479A-A034-F8E4179BC8BC}">
      <dgm:prSet/>
      <dgm:spPr/>
      <dgm:t>
        <a:bodyPr/>
        <a:lstStyle/>
        <a:p>
          <a:endParaRPr lang="en-US"/>
        </a:p>
      </dgm:t>
    </dgm:pt>
    <dgm:pt modelId="{AD74A3F4-4B70-46E9-B0B9-C6D02ED0FD12}" type="pres">
      <dgm:prSet presAssocID="{70E6E168-BA7E-4F26-B947-3EB90D6C408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0B879D26-EEBA-42F8-8CAF-7BBF776F1AF3}" type="pres">
      <dgm:prSet presAssocID="{F57CEEEB-45C0-43B3-B781-EA3584A4035E}" presName="parentLin" presStyleCnt="0"/>
      <dgm:spPr/>
    </dgm:pt>
    <dgm:pt modelId="{0444D123-5D99-4A85-B0CD-3DCE1EC6FA06}" type="pres">
      <dgm:prSet presAssocID="{F57CEEEB-45C0-43B3-B781-EA3584A4035E}" presName="parentLeftMargin" presStyleLbl="node1" presStyleIdx="0" presStyleCnt="3"/>
      <dgm:spPr/>
      <dgm:t>
        <a:bodyPr/>
        <a:lstStyle/>
        <a:p>
          <a:endParaRPr lang="en-GB"/>
        </a:p>
      </dgm:t>
    </dgm:pt>
    <dgm:pt modelId="{EE7D2303-4B09-4E48-AE7E-7EC9A864C8B1}" type="pres">
      <dgm:prSet presAssocID="{F57CEEEB-45C0-43B3-B781-EA3584A4035E}" presName="parentText" presStyleLbl="node1" presStyleIdx="0" presStyleCnt="3" custScaleX="142997" custScaleY="23662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0999D9-70FA-49A3-97D2-13448A98977C}" type="pres">
      <dgm:prSet presAssocID="{F57CEEEB-45C0-43B3-B781-EA3584A4035E}" presName="negativeSpace" presStyleCnt="0"/>
      <dgm:spPr/>
    </dgm:pt>
    <dgm:pt modelId="{28B97F13-16AC-4909-BF56-B8E1E1613140}" type="pres">
      <dgm:prSet presAssocID="{F57CEEEB-45C0-43B3-B781-EA3584A4035E}" presName="childText" presStyleLbl="conFgAcc1" presStyleIdx="0" presStyleCnt="3" custScaleY="177230">
        <dgm:presLayoutVars>
          <dgm:bulletEnabled val="1"/>
        </dgm:presLayoutVars>
      </dgm:prSet>
      <dgm:spPr/>
    </dgm:pt>
    <dgm:pt modelId="{D3E8336B-9B7A-44DC-A792-568A88971228}" type="pres">
      <dgm:prSet presAssocID="{85C91E31-FBF7-45AE-BDC7-D6A1927D7F5F}" presName="spaceBetweenRectangles" presStyleCnt="0"/>
      <dgm:spPr/>
    </dgm:pt>
    <dgm:pt modelId="{2E9DED81-E30E-44BD-B44A-4D15C7A0F876}" type="pres">
      <dgm:prSet presAssocID="{0B101574-4F9A-4378-A67A-4EFF62C87DB4}" presName="parentLin" presStyleCnt="0"/>
      <dgm:spPr/>
    </dgm:pt>
    <dgm:pt modelId="{DB6EB994-4608-4641-8293-A070328B9471}" type="pres">
      <dgm:prSet presAssocID="{0B101574-4F9A-4378-A67A-4EFF62C87DB4}" presName="parentLeftMargin" presStyleLbl="node1" presStyleIdx="0" presStyleCnt="3"/>
      <dgm:spPr/>
      <dgm:t>
        <a:bodyPr/>
        <a:lstStyle/>
        <a:p>
          <a:endParaRPr lang="en-GB"/>
        </a:p>
      </dgm:t>
    </dgm:pt>
    <dgm:pt modelId="{969BA9E7-BB2B-4D49-B4FE-7CD6D97AB1B4}" type="pres">
      <dgm:prSet presAssocID="{0B101574-4F9A-4378-A67A-4EFF62C87DB4}" presName="parentText" presStyleLbl="node1" presStyleIdx="1" presStyleCnt="3" custScaleX="142997" custScaleY="18998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1270AF-AF88-4EE8-BF29-855EE8E4727E}" type="pres">
      <dgm:prSet presAssocID="{0B101574-4F9A-4378-A67A-4EFF62C87DB4}" presName="negativeSpace" presStyleCnt="0"/>
      <dgm:spPr/>
    </dgm:pt>
    <dgm:pt modelId="{69C59FC2-BCC2-4E83-9BC4-8C1EFCA16B03}" type="pres">
      <dgm:prSet presAssocID="{0B101574-4F9A-4378-A67A-4EFF62C87DB4}" presName="childText" presStyleLbl="conFgAcc1" presStyleIdx="1" presStyleCnt="3" custLinFactNeighborX="-926" custLinFactNeighborY="23938">
        <dgm:presLayoutVars>
          <dgm:bulletEnabled val="1"/>
        </dgm:presLayoutVars>
      </dgm:prSet>
      <dgm:spPr/>
    </dgm:pt>
    <dgm:pt modelId="{FA7F8434-E0B1-4DAA-A1FD-E56D1606CEFA}" type="pres">
      <dgm:prSet presAssocID="{F8ECB425-57B2-4DF7-83CF-AF013130D85F}" presName="spaceBetweenRectangles" presStyleCnt="0"/>
      <dgm:spPr/>
    </dgm:pt>
    <dgm:pt modelId="{CFFAFB3B-6D3A-4A9D-8DBC-C9F6C32938A2}" type="pres">
      <dgm:prSet presAssocID="{D5F190DA-72B1-4C5C-B703-39FED7E82194}" presName="parentLin" presStyleCnt="0"/>
      <dgm:spPr/>
    </dgm:pt>
    <dgm:pt modelId="{150D9B0D-75DA-460F-BF63-0A9F7289092D}" type="pres">
      <dgm:prSet presAssocID="{D5F190DA-72B1-4C5C-B703-39FED7E82194}" presName="parentLeftMargin" presStyleLbl="node1" presStyleIdx="1" presStyleCnt="3"/>
      <dgm:spPr/>
      <dgm:t>
        <a:bodyPr/>
        <a:lstStyle/>
        <a:p>
          <a:endParaRPr lang="en-GB"/>
        </a:p>
      </dgm:t>
    </dgm:pt>
    <dgm:pt modelId="{B19ABC2A-0955-4C28-B0F6-7FF5F96D7F9A}" type="pres">
      <dgm:prSet presAssocID="{D5F190DA-72B1-4C5C-B703-39FED7E8219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54701A-C94D-42B2-8768-F9D407F0B07F}" type="pres">
      <dgm:prSet presAssocID="{D5F190DA-72B1-4C5C-B703-39FED7E82194}" presName="negativeSpace" presStyleCnt="0"/>
      <dgm:spPr/>
    </dgm:pt>
    <dgm:pt modelId="{C27E675A-77D1-4F99-9D4A-05C59DED4C01}" type="pres">
      <dgm:prSet presAssocID="{D5F190DA-72B1-4C5C-B703-39FED7E8219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05266CA-0913-479A-A034-F8E4179BC8BC}" srcId="{70E6E168-BA7E-4F26-B947-3EB90D6C4086}" destId="{D5F190DA-72B1-4C5C-B703-39FED7E82194}" srcOrd="2" destOrd="0" parTransId="{3BDCB650-7FEC-4D69-9EBE-F01EE9F604A8}" sibTransId="{72FD57FD-8E91-437F-A9E1-5DB23A35414E}"/>
    <dgm:cxn modelId="{C4603264-9583-441B-B699-2DF25CF8931F}" type="presOf" srcId="{0B101574-4F9A-4378-A67A-4EFF62C87DB4}" destId="{969BA9E7-BB2B-4D49-B4FE-7CD6D97AB1B4}" srcOrd="1" destOrd="0" presId="urn:microsoft.com/office/officeart/2005/8/layout/list1"/>
    <dgm:cxn modelId="{5D2C97A2-4E5C-426C-9C1F-BA60CB477889}" type="presOf" srcId="{70E6E168-BA7E-4F26-B947-3EB90D6C4086}" destId="{AD74A3F4-4B70-46E9-B0B9-C6D02ED0FD12}" srcOrd="0" destOrd="0" presId="urn:microsoft.com/office/officeart/2005/8/layout/list1"/>
    <dgm:cxn modelId="{67C0EB6A-C689-46CD-898C-353002035AF2}" type="presOf" srcId="{D5F190DA-72B1-4C5C-B703-39FED7E82194}" destId="{B19ABC2A-0955-4C28-B0F6-7FF5F96D7F9A}" srcOrd="1" destOrd="0" presId="urn:microsoft.com/office/officeart/2005/8/layout/list1"/>
    <dgm:cxn modelId="{F96317D9-DB5C-49BE-A038-BE4545305DFA}" type="presOf" srcId="{0B101574-4F9A-4378-A67A-4EFF62C87DB4}" destId="{DB6EB994-4608-4641-8293-A070328B9471}" srcOrd="0" destOrd="0" presId="urn:microsoft.com/office/officeart/2005/8/layout/list1"/>
    <dgm:cxn modelId="{285175CD-4FFF-4F50-A32F-AFEFF3B23784}" srcId="{70E6E168-BA7E-4F26-B947-3EB90D6C4086}" destId="{0B101574-4F9A-4378-A67A-4EFF62C87DB4}" srcOrd="1" destOrd="0" parTransId="{7E112F80-4640-4218-97FB-40CF6E1A072C}" sibTransId="{F8ECB425-57B2-4DF7-83CF-AF013130D85F}"/>
    <dgm:cxn modelId="{A7FC4D05-22B8-4CD5-B326-6ED846FA0A43}" type="presOf" srcId="{F57CEEEB-45C0-43B3-B781-EA3584A4035E}" destId="{EE7D2303-4B09-4E48-AE7E-7EC9A864C8B1}" srcOrd="1" destOrd="0" presId="urn:microsoft.com/office/officeart/2005/8/layout/list1"/>
    <dgm:cxn modelId="{106F1E3B-67CA-4508-A14D-B1374B4C0CC5}" srcId="{70E6E168-BA7E-4F26-B947-3EB90D6C4086}" destId="{F57CEEEB-45C0-43B3-B781-EA3584A4035E}" srcOrd="0" destOrd="0" parTransId="{870F8249-2739-4B6C-8916-0AC95C8A96F1}" sibTransId="{85C91E31-FBF7-45AE-BDC7-D6A1927D7F5F}"/>
    <dgm:cxn modelId="{C6DA0A12-52CF-4F1C-B13A-5574FB227B86}" type="presOf" srcId="{F57CEEEB-45C0-43B3-B781-EA3584A4035E}" destId="{0444D123-5D99-4A85-B0CD-3DCE1EC6FA06}" srcOrd="0" destOrd="0" presId="urn:microsoft.com/office/officeart/2005/8/layout/list1"/>
    <dgm:cxn modelId="{C412B842-4E03-491C-9472-C94F107101CA}" type="presOf" srcId="{D5F190DA-72B1-4C5C-B703-39FED7E82194}" destId="{150D9B0D-75DA-460F-BF63-0A9F7289092D}" srcOrd="0" destOrd="0" presId="urn:microsoft.com/office/officeart/2005/8/layout/list1"/>
    <dgm:cxn modelId="{A36AFF16-8BF6-4A7F-ADD6-DAAF5ADDEC14}" type="presParOf" srcId="{AD74A3F4-4B70-46E9-B0B9-C6D02ED0FD12}" destId="{0B879D26-EEBA-42F8-8CAF-7BBF776F1AF3}" srcOrd="0" destOrd="0" presId="urn:microsoft.com/office/officeart/2005/8/layout/list1"/>
    <dgm:cxn modelId="{03CD3377-274D-4047-8629-EC7463936647}" type="presParOf" srcId="{0B879D26-EEBA-42F8-8CAF-7BBF776F1AF3}" destId="{0444D123-5D99-4A85-B0CD-3DCE1EC6FA06}" srcOrd="0" destOrd="0" presId="urn:microsoft.com/office/officeart/2005/8/layout/list1"/>
    <dgm:cxn modelId="{F4AA32C4-3B63-4ED9-8F33-58264A8CBF53}" type="presParOf" srcId="{0B879D26-EEBA-42F8-8CAF-7BBF776F1AF3}" destId="{EE7D2303-4B09-4E48-AE7E-7EC9A864C8B1}" srcOrd="1" destOrd="0" presId="urn:microsoft.com/office/officeart/2005/8/layout/list1"/>
    <dgm:cxn modelId="{17259B2F-08C6-4A4E-A8D9-92D41E5F54AA}" type="presParOf" srcId="{AD74A3F4-4B70-46E9-B0B9-C6D02ED0FD12}" destId="{0E0999D9-70FA-49A3-97D2-13448A98977C}" srcOrd="1" destOrd="0" presId="urn:microsoft.com/office/officeart/2005/8/layout/list1"/>
    <dgm:cxn modelId="{693BFF6D-31D9-4ED1-93D1-E9A9BEB27CF1}" type="presParOf" srcId="{AD74A3F4-4B70-46E9-B0B9-C6D02ED0FD12}" destId="{28B97F13-16AC-4909-BF56-B8E1E1613140}" srcOrd="2" destOrd="0" presId="urn:microsoft.com/office/officeart/2005/8/layout/list1"/>
    <dgm:cxn modelId="{21A5204D-CA3F-4A66-BD70-A5F47E3415C5}" type="presParOf" srcId="{AD74A3F4-4B70-46E9-B0B9-C6D02ED0FD12}" destId="{D3E8336B-9B7A-44DC-A792-568A88971228}" srcOrd="3" destOrd="0" presId="urn:microsoft.com/office/officeart/2005/8/layout/list1"/>
    <dgm:cxn modelId="{E4590C64-5C97-4F3F-B4D7-CB4419E3B3D4}" type="presParOf" srcId="{AD74A3F4-4B70-46E9-B0B9-C6D02ED0FD12}" destId="{2E9DED81-E30E-44BD-B44A-4D15C7A0F876}" srcOrd="4" destOrd="0" presId="urn:microsoft.com/office/officeart/2005/8/layout/list1"/>
    <dgm:cxn modelId="{7D271E6E-FB70-4B9C-B9C3-3FC7FE005496}" type="presParOf" srcId="{2E9DED81-E30E-44BD-B44A-4D15C7A0F876}" destId="{DB6EB994-4608-4641-8293-A070328B9471}" srcOrd="0" destOrd="0" presId="urn:microsoft.com/office/officeart/2005/8/layout/list1"/>
    <dgm:cxn modelId="{FC5ED8E5-BB97-4463-B759-7913D83ABF89}" type="presParOf" srcId="{2E9DED81-E30E-44BD-B44A-4D15C7A0F876}" destId="{969BA9E7-BB2B-4D49-B4FE-7CD6D97AB1B4}" srcOrd="1" destOrd="0" presId="urn:microsoft.com/office/officeart/2005/8/layout/list1"/>
    <dgm:cxn modelId="{875E4C8E-026E-40A0-9947-CA47D79E6733}" type="presParOf" srcId="{AD74A3F4-4B70-46E9-B0B9-C6D02ED0FD12}" destId="{DF1270AF-AF88-4EE8-BF29-855EE8E4727E}" srcOrd="5" destOrd="0" presId="urn:microsoft.com/office/officeart/2005/8/layout/list1"/>
    <dgm:cxn modelId="{51145162-E247-42E4-99AA-F8FEDC5D8BAD}" type="presParOf" srcId="{AD74A3F4-4B70-46E9-B0B9-C6D02ED0FD12}" destId="{69C59FC2-BCC2-4E83-9BC4-8C1EFCA16B03}" srcOrd="6" destOrd="0" presId="urn:microsoft.com/office/officeart/2005/8/layout/list1"/>
    <dgm:cxn modelId="{E7EBC0DD-9935-4F91-BC62-3253DEDB6C80}" type="presParOf" srcId="{AD74A3F4-4B70-46E9-B0B9-C6D02ED0FD12}" destId="{FA7F8434-E0B1-4DAA-A1FD-E56D1606CEFA}" srcOrd="7" destOrd="0" presId="urn:microsoft.com/office/officeart/2005/8/layout/list1"/>
    <dgm:cxn modelId="{6A53B00F-B42D-45B1-A6E4-17E6C6FA71EF}" type="presParOf" srcId="{AD74A3F4-4B70-46E9-B0B9-C6D02ED0FD12}" destId="{CFFAFB3B-6D3A-4A9D-8DBC-C9F6C32938A2}" srcOrd="8" destOrd="0" presId="urn:microsoft.com/office/officeart/2005/8/layout/list1"/>
    <dgm:cxn modelId="{7B670991-3657-4109-B7E1-21BAF773633E}" type="presParOf" srcId="{CFFAFB3B-6D3A-4A9D-8DBC-C9F6C32938A2}" destId="{150D9B0D-75DA-460F-BF63-0A9F7289092D}" srcOrd="0" destOrd="0" presId="urn:microsoft.com/office/officeart/2005/8/layout/list1"/>
    <dgm:cxn modelId="{69342CF6-AE55-4DAA-A3DD-DABC285A6AA3}" type="presParOf" srcId="{CFFAFB3B-6D3A-4A9D-8DBC-C9F6C32938A2}" destId="{B19ABC2A-0955-4C28-B0F6-7FF5F96D7F9A}" srcOrd="1" destOrd="0" presId="urn:microsoft.com/office/officeart/2005/8/layout/list1"/>
    <dgm:cxn modelId="{09FEB41F-A6B4-4525-8D56-AD95BDBC73BA}" type="presParOf" srcId="{AD74A3F4-4B70-46E9-B0B9-C6D02ED0FD12}" destId="{B254701A-C94D-42B2-8768-F9D407F0B07F}" srcOrd="9" destOrd="0" presId="urn:microsoft.com/office/officeart/2005/8/layout/list1"/>
    <dgm:cxn modelId="{1460B692-0EB2-4B3E-ACD5-D9FB9162771B}" type="presParOf" srcId="{AD74A3F4-4B70-46E9-B0B9-C6D02ED0FD12}" destId="{C27E675A-77D1-4F99-9D4A-05C59DED4C0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46F9F69-E3F0-4E18-A282-F82204546278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F1FF53-C08A-4D76-A952-1007A02F3A46}">
      <dgm:prSet phldrT="[Text]"/>
      <dgm:spPr/>
      <dgm:t>
        <a:bodyPr/>
        <a:lstStyle/>
        <a:p>
          <a:r>
            <a:rPr lang="en-US" dirty="0" smtClean="0"/>
            <a:t>Explains variations in production and consumption pattern</a:t>
          </a:r>
          <a:endParaRPr lang="en-US" dirty="0"/>
        </a:p>
      </dgm:t>
    </dgm:pt>
    <dgm:pt modelId="{D05D7D75-2145-4095-88E3-E1043DF609EB}" type="parTrans" cxnId="{CCC2B74A-719C-4823-B8EF-9DED6CC84C48}">
      <dgm:prSet/>
      <dgm:spPr/>
      <dgm:t>
        <a:bodyPr/>
        <a:lstStyle/>
        <a:p>
          <a:endParaRPr lang="en-US"/>
        </a:p>
      </dgm:t>
    </dgm:pt>
    <dgm:pt modelId="{50B28271-40FF-4421-9DDE-05FAAB1D2499}" type="sibTrans" cxnId="{CCC2B74A-719C-4823-B8EF-9DED6CC84C48}">
      <dgm:prSet/>
      <dgm:spPr/>
      <dgm:t>
        <a:bodyPr/>
        <a:lstStyle/>
        <a:p>
          <a:endParaRPr lang="en-US"/>
        </a:p>
      </dgm:t>
    </dgm:pt>
    <dgm:pt modelId="{1E8F0045-B9BC-4750-A8D5-952B6F0E0419}">
      <dgm:prSet phldrT="[Text]"/>
      <dgm:spPr/>
      <dgm:t>
        <a:bodyPr/>
        <a:lstStyle/>
        <a:p>
          <a:r>
            <a:rPr lang="en-US" dirty="0" smtClean="0"/>
            <a:t>Introduction: Advanced economies because of R&amp;D and customer nexus</a:t>
          </a:r>
          <a:endParaRPr lang="en-US" dirty="0"/>
        </a:p>
      </dgm:t>
    </dgm:pt>
    <dgm:pt modelId="{AC3D10F6-82BB-4BBD-90E1-9E7266779A44}" type="parTrans" cxnId="{8076DA7B-33D6-4AEE-A65E-FCE897CB5B05}">
      <dgm:prSet/>
      <dgm:spPr/>
      <dgm:t>
        <a:bodyPr/>
        <a:lstStyle/>
        <a:p>
          <a:endParaRPr lang="en-US"/>
        </a:p>
      </dgm:t>
    </dgm:pt>
    <dgm:pt modelId="{72C15827-91F3-42B8-A1F2-0C4DF7ED7424}" type="sibTrans" cxnId="{8076DA7B-33D6-4AEE-A65E-FCE897CB5B05}">
      <dgm:prSet/>
      <dgm:spPr/>
      <dgm:t>
        <a:bodyPr/>
        <a:lstStyle/>
        <a:p>
          <a:endParaRPr lang="en-US"/>
        </a:p>
      </dgm:t>
    </dgm:pt>
    <dgm:pt modelId="{3BDD49DC-F95A-40AD-B0DF-C13CAB6B530C}">
      <dgm:prSet phldrT="[Text]"/>
      <dgm:spPr/>
      <dgm:t>
        <a:bodyPr/>
        <a:lstStyle/>
        <a:p>
          <a:r>
            <a:rPr lang="en-US" dirty="0" smtClean="0"/>
            <a:t>Growth: Start production locations in other developed nations</a:t>
          </a:r>
          <a:endParaRPr lang="en-US" dirty="0"/>
        </a:p>
      </dgm:t>
    </dgm:pt>
    <dgm:pt modelId="{52DCC84C-5136-49BC-A38E-67E4C69F4FC7}" type="parTrans" cxnId="{406D3188-E5A0-43FE-BC9B-EFE829DD0BE2}">
      <dgm:prSet/>
      <dgm:spPr/>
      <dgm:t>
        <a:bodyPr/>
        <a:lstStyle/>
        <a:p>
          <a:endParaRPr lang="en-US"/>
        </a:p>
      </dgm:t>
    </dgm:pt>
    <dgm:pt modelId="{0DB896A4-E300-44A7-B76D-C0EE1A767133}" type="sibTrans" cxnId="{406D3188-E5A0-43FE-BC9B-EFE829DD0BE2}">
      <dgm:prSet/>
      <dgm:spPr/>
      <dgm:t>
        <a:bodyPr/>
        <a:lstStyle/>
        <a:p>
          <a:endParaRPr lang="en-US"/>
        </a:p>
      </dgm:t>
    </dgm:pt>
    <dgm:pt modelId="{315B98C1-C2D4-427D-BEB8-0E6AB7697EEB}">
      <dgm:prSet phldrT="[Text]"/>
      <dgm:spPr/>
      <dgm:t>
        <a:bodyPr/>
        <a:lstStyle/>
        <a:p>
          <a:r>
            <a:rPr lang="en-US" dirty="0" smtClean="0"/>
            <a:t>Maturity: Establish operations in middle and low income countries</a:t>
          </a:r>
          <a:endParaRPr lang="en-US" dirty="0"/>
        </a:p>
      </dgm:t>
    </dgm:pt>
    <dgm:pt modelId="{9B98F481-A8CC-4469-85BD-0C1D5719B5E1}" type="parTrans" cxnId="{61A780AC-24C6-42F8-B63E-FEA3ED9A0A96}">
      <dgm:prSet/>
      <dgm:spPr/>
      <dgm:t>
        <a:bodyPr/>
        <a:lstStyle/>
        <a:p>
          <a:endParaRPr lang="en-US"/>
        </a:p>
      </dgm:t>
    </dgm:pt>
    <dgm:pt modelId="{26E1382E-6D9C-4264-8CBE-200E258CA189}" type="sibTrans" cxnId="{61A780AC-24C6-42F8-B63E-FEA3ED9A0A96}">
      <dgm:prSet/>
      <dgm:spPr/>
      <dgm:t>
        <a:bodyPr/>
        <a:lstStyle/>
        <a:p>
          <a:endParaRPr lang="en-US"/>
        </a:p>
      </dgm:t>
    </dgm:pt>
    <dgm:pt modelId="{DBB910AD-5292-4AC6-B878-7FAAD36DFAE2}">
      <dgm:prSet phldrT="[Text]"/>
      <dgm:spPr/>
      <dgm:t>
        <a:bodyPr/>
        <a:lstStyle/>
        <a:p>
          <a:r>
            <a:rPr lang="en-US" dirty="0" smtClean="0"/>
            <a:t>Decline: Production in LDCs and exports goods to innovating country</a:t>
          </a:r>
          <a:endParaRPr lang="en-US" dirty="0"/>
        </a:p>
      </dgm:t>
    </dgm:pt>
    <dgm:pt modelId="{D6197395-1897-4218-95F9-A88302982FA3}" type="parTrans" cxnId="{738E6552-584A-420E-8760-BF777C6E4E25}">
      <dgm:prSet/>
      <dgm:spPr/>
      <dgm:t>
        <a:bodyPr/>
        <a:lstStyle/>
        <a:p>
          <a:endParaRPr lang="en-US"/>
        </a:p>
      </dgm:t>
    </dgm:pt>
    <dgm:pt modelId="{809A3CD4-299A-436B-A414-990A250111CA}" type="sibTrans" cxnId="{738E6552-584A-420E-8760-BF777C6E4E25}">
      <dgm:prSet/>
      <dgm:spPr/>
      <dgm:t>
        <a:bodyPr/>
        <a:lstStyle/>
        <a:p>
          <a:endParaRPr lang="en-US"/>
        </a:p>
      </dgm:t>
    </dgm:pt>
    <dgm:pt modelId="{EAED1DE3-0635-4EC1-BE23-5AE8CDDAD899}" type="pres">
      <dgm:prSet presAssocID="{546F9F69-E3F0-4E18-A282-F82204546278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4053992-E9B2-4E2B-B459-3585F4F0BEAF}" type="pres">
      <dgm:prSet presAssocID="{74F1FF53-C08A-4D76-A952-1007A02F3A46}" presName="roof" presStyleLbl="dkBgShp" presStyleIdx="0" presStyleCnt="2"/>
      <dgm:spPr/>
      <dgm:t>
        <a:bodyPr/>
        <a:lstStyle/>
        <a:p>
          <a:endParaRPr lang="en-GB"/>
        </a:p>
      </dgm:t>
    </dgm:pt>
    <dgm:pt modelId="{3306F625-954C-407B-8CAB-6D16E4842AEF}" type="pres">
      <dgm:prSet presAssocID="{74F1FF53-C08A-4D76-A952-1007A02F3A46}" presName="pillars" presStyleCnt="0"/>
      <dgm:spPr/>
    </dgm:pt>
    <dgm:pt modelId="{C3D5166C-43F9-4201-9B75-110CDDD53529}" type="pres">
      <dgm:prSet presAssocID="{74F1FF53-C08A-4D76-A952-1007A02F3A46}" presName="pillar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F9F474-5294-432C-A299-9D6B9C95B9B8}" type="pres">
      <dgm:prSet presAssocID="{3BDD49DC-F95A-40AD-B0DF-C13CAB6B530C}" presName="pillarX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DA5283C-2044-49C9-A6FE-8228BE3A5220}" type="pres">
      <dgm:prSet presAssocID="{315B98C1-C2D4-427D-BEB8-0E6AB7697EEB}" presName="pillarX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44D158-FCEA-438A-AC93-5CF334FB3F6F}" type="pres">
      <dgm:prSet presAssocID="{DBB910AD-5292-4AC6-B878-7FAAD36DFAE2}" presName="pillarX" presStyleLbl="node1" presStyleIdx="3" presStyleCnt="4" custLinFactNeighborX="37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9D88B0-79E9-428E-BD60-D4163BEC6AC4}" type="pres">
      <dgm:prSet presAssocID="{74F1FF53-C08A-4D76-A952-1007A02F3A46}" presName="base" presStyleLbl="dkBgShp" presStyleIdx="1" presStyleCnt="2"/>
      <dgm:spPr/>
    </dgm:pt>
  </dgm:ptLst>
  <dgm:cxnLst>
    <dgm:cxn modelId="{406D3188-E5A0-43FE-BC9B-EFE829DD0BE2}" srcId="{74F1FF53-C08A-4D76-A952-1007A02F3A46}" destId="{3BDD49DC-F95A-40AD-B0DF-C13CAB6B530C}" srcOrd="1" destOrd="0" parTransId="{52DCC84C-5136-49BC-A38E-67E4C69F4FC7}" sibTransId="{0DB896A4-E300-44A7-B76D-C0EE1A767133}"/>
    <dgm:cxn modelId="{5312F7F0-0531-4F66-A0CB-8BF3E457F5C7}" type="presOf" srcId="{546F9F69-E3F0-4E18-A282-F82204546278}" destId="{EAED1DE3-0635-4EC1-BE23-5AE8CDDAD899}" srcOrd="0" destOrd="0" presId="urn:microsoft.com/office/officeart/2005/8/layout/hList3"/>
    <dgm:cxn modelId="{40DA34E4-39A2-4995-9A68-9416BB253A01}" type="presOf" srcId="{1E8F0045-B9BC-4750-A8D5-952B6F0E0419}" destId="{C3D5166C-43F9-4201-9B75-110CDDD53529}" srcOrd="0" destOrd="0" presId="urn:microsoft.com/office/officeart/2005/8/layout/hList3"/>
    <dgm:cxn modelId="{4D2BBD7A-E312-4FD7-A9D9-2A8C70152AA3}" type="presOf" srcId="{74F1FF53-C08A-4D76-A952-1007A02F3A46}" destId="{74053992-E9B2-4E2B-B459-3585F4F0BEAF}" srcOrd="0" destOrd="0" presId="urn:microsoft.com/office/officeart/2005/8/layout/hList3"/>
    <dgm:cxn modelId="{8076DA7B-33D6-4AEE-A65E-FCE897CB5B05}" srcId="{74F1FF53-C08A-4D76-A952-1007A02F3A46}" destId="{1E8F0045-B9BC-4750-A8D5-952B6F0E0419}" srcOrd="0" destOrd="0" parTransId="{AC3D10F6-82BB-4BBD-90E1-9E7266779A44}" sibTransId="{72C15827-91F3-42B8-A1F2-0C4DF7ED7424}"/>
    <dgm:cxn modelId="{63D02F97-23C2-424F-B766-9A84481A6A39}" type="presOf" srcId="{3BDD49DC-F95A-40AD-B0DF-C13CAB6B530C}" destId="{AEF9F474-5294-432C-A299-9D6B9C95B9B8}" srcOrd="0" destOrd="0" presId="urn:microsoft.com/office/officeart/2005/8/layout/hList3"/>
    <dgm:cxn modelId="{738E6552-584A-420E-8760-BF777C6E4E25}" srcId="{74F1FF53-C08A-4D76-A952-1007A02F3A46}" destId="{DBB910AD-5292-4AC6-B878-7FAAD36DFAE2}" srcOrd="3" destOrd="0" parTransId="{D6197395-1897-4218-95F9-A88302982FA3}" sibTransId="{809A3CD4-299A-436B-A414-990A250111CA}"/>
    <dgm:cxn modelId="{61A780AC-24C6-42F8-B63E-FEA3ED9A0A96}" srcId="{74F1FF53-C08A-4D76-A952-1007A02F3A46}" destId="{315B98C1-C2D4-427D-BEB8-0E6AB7697EEB}" srcOrd="2" destOrd="0" parTransId="{9B98F481-A8CC-4469-85BD-0C1D5719B5E1}" sibTransId="{26E1382E-6D9C-4264-8CBE-200E258CA189}"/>
    <dgm:cxn modelId="{63F1EF3F-0A78-47F6-AFC7-A70B9BC387BE}" type="presOf" srcId="{DBB910AD-5292-4AC6-B878-7FAAD36DFAE2}" destId="{EB44D158-FCEA-438A-AC93-5CF334FB3F6F}" srcOrd="0" destOrd="0" presId="urn:microsoft.com/office/officeart/2005/8/layout/hList3"/>
    <dgm:cxn modelId="{CCC2B74A-719C-4823-B8EF-9DED6CC84C48}" srcId="{546F9F69-E3F0-4E18-A282-F82204546278}" destId="{74F1FF53-C08A-4D76-A952-1007A02F3A46}" srcOrd="0" destOrd="0" parTransId="{D05D7D75-2145-4095-88E3-E1043DF609EB}" sibTransId="{50B28271-40FF-4421-9DDE-05FAAB1D2499}"/>
    <dgm:cxn modelId="{EE46493C-1AF0-41D0-9EC7-7EB919C14581}" type="presOf" srcId="{315B98C1-C2D4-427D-BEB8-0E6AB7697EEB}" destId="{EDA5283C-2044-49C9-A6FE-8228BE3A5220}" srcOrd="0" destOrd="0" presId="urn:microsoft.com/office/officeart/2005/8/layout/hList3"/>
    <dgm:cxn modelId="{E86DCAA1-3CF1-4F5D-B0C0-AA2D997A3356}" type="presParOf" srcId="{EAED1DE3-0635-4EC1-BE23-5AE8CDDAD899}" destId="{74053992-E9B2-4E2B-B459-3585F4F0BEAF}" srcOrd="0" destOrd="0" presId="urn:microsoft.com/office/officeart/2005/8/layout/hList3"/>
    <dgm:cxn modelId="{DB6C2432-092D-46EC-AEB6-F7BEBF555C1A}" type="presParOf" srcId="{EAED1DE3-0635-4EC1-BE23-5AE8CDDAD899}" destId="{3306F625-954C-407B-8CAB-6D16E4842AEF}" srcOrd="1" destOrd="0" presId="urn:microsoft.com/office/officeart/2005/8/layout/hList3"/>
    <dgm:cxn modelId="{2BCC9064-FF30-4D83-B18F-14D62AAA8E40}" type="presParOf" srcId="{3306F625-954C-407B-8CAB-6D16E4842AEF}" destId="{C3D5166C-43F9-4201-9B75-110CDDD53529}" srcOrd="0" destOrd="0" presId="urn:microsoft.com/office/officeart/2005/8/layout/hList3"/>
    <dgm:cxn modelId="{73A5D972-40F2-4DD9-B69A-E1DAA3B668B8}" type="presParOf" srcId="{3306F625-954C-407B-8CAB-6D16E4842AEF}" destId="{AEF9F474-5294-432C-A299-9D6B9C95B9B8}" srcOrd="1" destOrd="0" presId="urn:microsoft.com/office/officeart/2005/8/layout/hList3"/>
    <dgm:cxn modelId="{F82CAAB7-57A8-4C1D-B388-CFF44C4CE731}" type="presParOf" srcId="{3306F625-954C-407B-8CAB-6D16E4842AEF}" destId="{EDA5283C-2044-49C9-A6FE-8228BE3A5220}" srcOrd="2" destOrd="0" presId="urn:microsoft.com/office/officeart/2005/8/layout/hList3"/>
    <dgm:cxn modelId="{D3747321-630C-43BD-A5B7-2DC8173912B6}" type="presParOf" srcId="{3306F625-954C-407B-8CAB-6D16E4842AEF}" destId="{EB44D158-FCEA-438A-AC93-5CF334FB3F6F}" srcOrd="3" destOrd="0" presId="urn:microsoft.com/office/officeart/2005/8/layout/hList3"/>
    <dgm:cxn modelId="{0C123823-7521-43F0-AF81-37A81D08E0D5}" type="presParOf" srcId="{EAED1DE3-0635-4EC1-BE23-5AE8CDDAD899}" destId="{E69D88B0-79E9-428E-BD60-D4163BEC6AC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3EA31AC-B146-438F-812B-B181524B152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FD38D6-3BDC-477D-BC1F-88B170EF3855}">
      <dgm:prSet phldrT="[Text]"/>
      <dgm:spPr/>
      <dgm:t>
        <a:bodyPr/>
        <a:lstStyle/>
        <a:p>
          <a:r>
            <a:rPr lang="en-US" dirty="0" smtClean="0"/>
            <a:t>Competitive advantage</a:t>
          </a:r>
          <a:endParaRPr lang="en-US" dirty="0"/>
        </a:p>
      </dgm:t>
    </dgm:pt>
    <dgm:pt modelId="{5C9B1E4E-4BE5-4C2E-A854-A703AFB3D51D}" type="parTrans" cxnId="{BCB113A4-4583-41B3-BA23-FD175820304B}">
      <dgm:prSet/>
      <dgm:spPr/>
      <dgm:t>
        <a:bodyPr/>
        <a:lstStyle/>
        <a:p>
          <a:endParaRPr lang="en-US"/>
        </a:p>
      </dgm:t>
    </dgm:pt>
    <dgm:pt modelId="{E862FEB4-5E2F-4921-8977-493C37801B4D}" type="sibTrans" cxnId="{BCB113A4-4583-41B3-BA23-FD175820304B}">
      <dgm:prSet/>
      <dgm:spPr/>
      <dgm:t>
        <a:bodyPr/>
        <a:lstStyle/>
        <a:p>
          <a:endParaRPr lang="en-US"/>
        </a:p>
      </dgm:t>
    </dgm:pt>
    <dgm:pt modelId="{D8F4A1C1-486E-4634-B3EB-ED23008FAE65}">
      <dgm:prSet phldrT="[Text]"/>
      <dgm:spPr/>
      <dgm:t>
        <a:bodyPr/>
        <a:lstStyle/>
        <a:p>
          <a:r>
            <a:rPr lang="en-US" dirty="0" smtClean="0"/>
            <a:t>Michel porter</a:t>
          </a:r>
          <a:endParaRPr lang="en-US" dirty="0"/>
        </a:p>
      </dgm:t>
    </dgm:pt>
    <dgm:pt modelId="{28462AF9-BABF-4692-8C3D-69654FD0F47D}" type="parTrans" cxnId="{621BD942-F974-474B-96C3-7B5C87DC96F1}">
      <dgm:prSet/>
      <dgm:spPr/>
      <dgm:t>
        <a:bodyPr/>
        <a:lstStyle/>
        <a:p>
          <a:endParaRPr lang="en-US"/>
        </a:p>
      </dgm:t>
    </dgm:pt>
    <dgm:pt modelId="{E9F5E8C8-217D-4B2B-9B4F-B817A483310E}" type="sibTrans" cxnId="{621BD942-F974-474B-96C3-7B5C87DC96F1}">
      <dgm:prSet/>
      <dgm:spPr/>
      <dgm:t>
        <a:bodyPr/>
        <a:lstStyle/>
        <a:p>
          <a:endParaRPr lang="en-US"/>
        </a:p>
      </dgm:t>
    </dgm:pt>
    <dgm:pt modelId="{5E64D6BF-B1ED-4025-8B0D-8F9F91F4A6C2}">
      <dgm:prSet phldrT="[Text]"/>
      <dgm:spPr/>
      <dgm:t>
        <a:bodyPr/>
        <a:lstStyle/>
        <a:p>
          <a:r>
            <a:rPr lang="en-US" dirty="0" smtClean="0"/>
            <a:t>Factor conditions, demand conditions, supporting industries and structure and rivalry</a:t>
          </a:r>
          <a:endParaRPr lang="en-US" dirty="0"/>
        </a:p>
      </dgm:t>
    </dgm:pt>
    <dgm:pt modelId="{4E495952-807E-4996-A4FC-146BCBCD978E}" type="parTrans" cxnId="{9A0455B9-00BE-462E-A459-C5CF836C0315}">
      <dgm:prSet/>
      <dgm:spPr/>
      <dgm:t>
        <a:bodyPr/>
        <a:lstStyle/>
        <a:p>
          <a:endParaRPr lang="en-US"/>
        </a:p>
      </dgm:t>
    </dgm:pt>
    <dgm:pt modelId="{EE0B5BE1-F44C-4A95-A069-5F68A8B30492}" type="sibTrans" cxnId="{9A0455B9-00BE-462E-A459-C5CF836C0315}">
      <dgm:prSet/>
      <dgm:spPr/>
      <dgm:t>
        <a:bodyPr/>
        <a:lstStyle/>
        <a:p>
          <a:endParaRPr lang="en-US"/>
        </a:p>
      </dgm:t>
    </dgm:pt>
    <dgm:pt modelId="{08FC8627-007F-445E-A32B-53C12D719F9E}">
      <dgm:prSet phldrT="[Text]"/>
      <dgm:spPr/>
      <dgm:t>
        <a:bodyPr/>
        <a:lstStyle/>
        <a:p>
          <a:r>
            <a:rPr lang="en-US" dirty="0" smtClean="0"/>
            <a:t>Country similarity theory</a:t>
          </a:r>
          <a:endParaRPr lang="en-US" dirty="0"/>
        </a:p>
      </dgm:t>
    </dgm:pt>
    <dgm:pt modelId="{2DB3A694-CAD9-4ADF-B8EF-898BA0D18873}" type="parTrans" cxnId="{A1544A62-8322-46BD-BE42-8AB9D8DBB535}">
      <dgm:prSet/>
      <dgm:spPr/>
      <dgm:t>
        <a:bodyPr/>
        <a:lstStyle/>
        <a:p>
          <a:endParaRPr lang="en-US"/>
        </a:p>
      </dgm:t>
    </dgm:pt>
    <dgm:pt modelId="{D9A15B74-F253-4CC5-B5A3-A6DF4D074569}" type="sibTrans" cxnId="{A1544A62-8322-46BD-BE42-8AB9D8DBB535}">
      <dgm:prSet/>
      <dgm:spPr/>
      <dgm:t>
        <a:bodyPr/>
        <a:lstStyle/>
        <a:p>
          <a:endParaRPr lang="en-US"/>
        </a:p>
      </dgm:t>
    </dgm:pt>
    <dgm:pt modelId="{1C29C24F-9C4B-4DF5-BAFA-2C2D480561CE}">
      <dgm:prSet phldrT="[Text]"/>
      <dgm:spPr/>
      <dgm:t>
        <a:bodyPr/>
        <a:lstStyle/>
        <a:p>
          <a:r>
            <a:rPr lang="en-US" dirty="0" err="1" smtClean="0"/>
            <a:t>Staffan</a:t>
          </a:r>
          <a:r>
            <a:rPr lang="en-US" dirty="0" smtClean="0"/>
            <a:t> B Linder</a:t>
          </a:r>
          <a:endParaRPr lang="en-US" dirty="0"/>
        </a:p>
      </dgm:t>
    </dgm:pt>
    <dgm:pt modelId="{F1456CA4-11F3-4341-A48D-4BD1B5D37115}" type="parTrans" cxnId="{F0362696-FB27-4BE4-AF33-6E442FBB7B48}">
      <dgm:prSet/>
      <dgm:spPr/>
      <dgm:t>
        <a:bodyPr/>
        <a:lstStyle/>
        <a:p>
          <a:endParaRPr lang="en-US"/>
        </a:p>
      </dgm:t>
    </dgm:pt>
    <dgm:pt modelId="{049EFA88-16A0-4A65-B0B0-ECF3455B5FD3}" type="sibTrans" cxnId="{F0362696-FB27-4BE4-AF33-6E442FBB7B48}">
      <dgm:prSet/>
      <dgm:spPr/>
      <dgm:t>
        <a:bodyPr/>
        <a:lstStyle/>
        <a:p>
          <a:endParaRPr lang="en-US"/>
        </a:p>
      </dgm:t>
    </dgm:pt>
    <dgm:pt modelId="{811BF99E-A36A-4B91-A48A-3F9446C9337D}">
      <dgm:prSet phldrT="[Text]"/>
      <dgm:spPr/>
      <dgm:t>
        <a:bodyPr/>
        <a:lstStyle/>
        <a:p>
          <a:r>
            <a:rPr lang="en-US" dirty="0" smtClean="0"/>
            <a:t>Similar demand pattern (preference similarity)</a:t>
          </a:r>
          <a:endParaRPr lang="en-US" dirty="0"/>
        </a:p>
      </dgm:t>
    </dgm:pt>
    <dgm:pt modelId="{053D73BA-62E6-4EF6-829C-DADF00CBA475}" type="parTrans" cxnId="{06DE909D-18AA-4B9F-AB4D-287C18F5AB7F}">
      <dgm:prSet/>
      <dgm:spPr/>
      <dgm:t>
        <a:bodyPr/>
        <a:lstStyle/>
        <a:p>
          <a:endParaRPr lang="en-US"/>
        </a:p>
      </dgm:t>
    </dgm:pt>
    <dgm:pt modelId="{E9E69490-B1BB-47D1-ADC0-177051D1930C}" type="sibTrans" cxnId="{06DE909D-18AA-4B9F-AB4D-287C18F5AB7F}">
      <dgm:prSet/>
      <dgm:spPr/>
      <dgm:t>
        <a:bodyPr/>
        <a:lstStyle/>
        <a:p>
          <a:endParaRPr lang="en-US"/>
        </a:p>
      </dgm:t>
    </dgm:pt>
    <dgm:pt modelId="{6928372B-2930-491B-9B70-804A836AC577}">
      <dgm:prSet phldrT="[Text]"/>
      <dgm:spPr/>
      <dgm:t>
        <a:bodyPr/>
        <a:lstStyle/>
        <a:p>
          <a:r>
            <a:rPr lang="en-US" dirty="0" smtClean="0"/>
            <a:t>New trade theory</a:t>
          </a:r>
          <a:endParaRPr lang="en-US" dirty="0"/>
        </a:p>
      </dgm:t>
    </dgm:pt>
    <dgm:pt modelId="{F4D82941-E536-4A87-81BA-DFD0C1D55976}" type="parTrans" cxnId="{76494DBB-314A-42CF-8FE8-085ADD10F555}">
      <dgm:prSet/>
      <dgm:spPr/>
      <dgm:t>
        <a:bodyPr/>
        <a:lstStyle/>
        <a:p>
          <a:endParaRPr lang="en-US"/>
        </a:p>
      </dgm:t>
    </dgm:pt>
    <dgm:pt modelId="{C8DAEE6C-16AE-4FC5-AC70-680F4B9528AA}" type="sibTrans" cxnId="{76494DBB-314A-42CF-8FE8-085ADD10F555}">
      <dgm:prSet/>
      <dgm:spPr/>
      <dgm:t>
        <a:bodyPr/>
        <a:lstStyle/>
        <a:p>
          <a:endParaRPr lang="en-US"/>
        </a:p>
      </dgm:t>
    </dgm:pt>
    <dgm:pt modelId="{1F649729-ECCB-4E18-985B-775CC8A464E4}">
      <dgm:prSet phldrT="[Text]"/>
      <dgm:spPr/>
      <dgm:t>
        <a:bodyPr/>
        <a:lstStyle/>
        <a:p>
          <a:r>
            <a:rPr lang="en-US" dirty="0" smtClean="0"/>
            <a:t>Paul </a:t>
          </a:r>
          <a:r>
            <a:rPr lang="en-US" dirty="0" err="1" smtClean="0"/>
            <a:t>Kruegman</a:t>
          </a:r>
          <a:endParaRPr lang="en-US" dirty="0"/>
        </a:p>
      </dgm:t>
    </dgm:pt>
    <dgm:pt modelId="{C13A36C6-8827-4AEA-B778-B8498E9582A5}" type="parTrans" cxnId="{E84070CD-535F-44A6-B50A-88D82AB4AE98}">
      <dgm:prSet/>
      <dgm:spPr/>
      <dgm:t>
        <a:bodyPr/>
        <a:lstStyle/>
        <a:p>
          <a:endParaRPr lang="en-US"/>
        </a:p>
      </dgm:t>
    </dgm:pt>
    <dgm:pt modelId="{2A959637-7E0F-4576-AE03-1E3D4BF7E805}" type="sibTrans" cxnId="{E84070CD-535F-44A6-B50A-88D82AB4AE98}">
      <dgm:prSet/>
      <dgm:spPr/>
      <dgm:t>
        <a:bodyPr/>
        <a:lstStyle/>
        <a:p>
          <a:endParaRPr lang="en-US"/>
        </a:p>
      </dgm:t>
    </dgm:pt>
    <dgm:pt modelId="{0094F245-4DD0-4EFF-9CF2-F89A251A77DB}">
      <dgm:prSet phldrT="[Text]"/>
      <dgm:spPr/>
      <dgm:t>
        <a:bodyPr/>
        <a:lstStyle/>
        <a:p>
          <a:r>
            <a:rPr lang="en-US" dirty="0" smtClean="0"/>
            <a:t>Economies of scale (internal and external) and asymmetrical control over world trade (for </a:t>
          </a:r>
          <a:r>
            <a:rPr lang="en-US" dirty="0" err="1" smtClean="0"/>
            <a:t>eg</a:t>
          </a:r>
          <a:r>
            <a:rPr lang="en-US" dirty="0" smtClean="0"/>
            <a:t>. By First movers)  </a:t>
          </a:r>
          <a:endParaRPr lang="en-US" dirty="0"/>
        </a:p>
      </dgm:t>
    </dgm:pt>
    <dgm:pt modelId="{A146DB30-F27B-4A97-AF3D-D0DA58AA3310}" type="parTrans" cxnId="{14A10AA6-6787-4249-A0C2-10FE1526C348}">
      <dgm:prSet/>
      <dgm:spPr/>
      <dgm:t>
        <a:bodyPr/>
        <a:lstStyle/>
        <a:p>
          <a:endParaRPr lang="en-US"/>
        </a:p>
      </dgm:t>
    </dgm:pt>
    <dgm:pt modelId="{C8808088-0F9C-4E55-BE90-4E23D3150F71}" type="sibTrans" cxnId="{14A10AA6-6787-4249-A0C2-10FE1526C348}">
      <dgm:prSet/>
      <dgm:spPr/>
      <dgm:t>
        <a:bodyPr/>
        <a:lstStyle/>
        <a:p>
          <a:endParaRPr lang="en-US"/>
        </a:p>
      </dgm:t>
    </dgm:pt>
    <dgm:pt modelId="{A4E5E0DC-2541-4162-A899-8778E6A13C98}">
      <dgm:prSet phldrT="[Text]"/>
      <dgm:spPr/>
      <dgm:t>
        <a:bodyPr/>
        <a:lstStyle/>
        <a:p>
          <a:r>
            <a:rPr lang="en-US" dirty="0" smtClean="0"/>
            <a:t>Similar per capita</a:t>
          </a:r>
          <a:endParaRPr lang="en-US" dirty="0"/>
        </a:p>
      </dgm:t>
    </dgm:pt>
    <dgm:pt modelId="{45F0D310-71E1-460C-8C03-22D39028D9DE}" type="parTrans" cxnId="{D847C47B-37D0-41DB-A8F0-2EE3938DD37D}">
      <dgm:prSet/>
      <dgm:spPr/>
      <dgm:t>
        <a:bodyPr/>
        <a:lstStyle/>
        <a:p>
          <a:endParaRPr lang="en-US"/>
        </a:p>
      </dgm:t>
    </dgm:pt>
    <dgm:pt modelId="{16155573-06AA-462C-9189-79A3D7F3FB3E}" type="sibTrans" cxnId="{D847C47B-37D0-41DB-A8F0-2EE3938DD37D}">
      <dgm:prSet/>
      <dgm:spPr/>
      <dgm:t>
        <a:bodyPr/>
        <a:lstStyle/>
        <a:p>
          <a:endParaRPr lang="en-US"/>
        </a:p>
      </dgm:t>
    </dgm:pt>
    <dgm:pt modelId="{EFFDD929-1686-4772-9D63-A1ABAC093229}">
      <dgm:prSet phldrT="[Text]"/>
      <dgm:spPr/>
      <dgm:t>
        <a:bodyPr/>
        <a:lstStyle/>
        <a:p>
          <a:r>
            <a:rPr lang="en-US" dirty="0" smtClean="0"/>
            <a:t>Cultural and economic similarity</a:t>
          </a:r>
          <a:endParaRPr lang="en-US" dirty="0"/>
        </a:p>
      </dgm:t>
    </dgm:pt>
    <dgm:pt modelId="{44B98598-F34A-46EE-A6B6-4F0EFC031149}" type="parTrans" cxnId="{CF683BCB-0D6C-42EC-81EE-9CB86F4BAE4D}">
      <dgm:prSet/>
      <dgm:spPr/>
      <dgm:t>
        <a:bodyPr/>
        <a:lstStyle/>
        <a:p>
          <a:endParaRPr lang="en-US"/>
        </a:p>
      </dgm:t>
    </dgm:pt>
    <dgm:pt modelId="{5B760331-20FD-4681-8085-DBFF547CEF21}" type="sibTrans" cxnId="{CF683BCB-0D6C-42EC-81EE-9CB86F4BAE4D}">
      <dgm:prSet/>
      <dgm:spPr/>
      <dgm:t>
        <a:bodyPr/>
        <a:lstStyle/>
        <a:p>
          <a:endParaRPr lang="en-US"/>
        </a:p>
      </dgm:t>
    </dgm:pt>
    <dgm:pt modelId="{62E5BE17-3449-4CA4-91D6-2FCDF84B9693}">
      <dgm:prSet phldrT="[Text]"/>
      <dgm:spPr/>
      <dgm:t>
        <a:bodyPr/>
        <a:lstStyle/>
        <a:p>
          <a:r>
            <a:rPr lang="en-US" dirty="0" smtClean="0"/>
            <a:t>Proximity of geographical locations</a:t>
          </a:r>
          <a:endParaRPr lang="en-US" dirty="0"/>
        </a:p>
      </dgm:t>
    </dgm:pt>
    <dgm:pt modelId="{0183AA0E-6E9B-4A44-878A-CD0765AF1499}" type="parTrans" cxnId="{9D5ACA00-0716-4C52-AC9C-514CB1FF4155}">
      <dgm:prSet/>
      <dgm:spPr/>
      <dgm:t>
        <a:bodyPr/>
        <a:lstStyle/>
        <a:p>
          <a:endParaRPr lang="en-US"/>
        </a:p>
      </dgm:t>
    </dgm:pt>
    <dgm:pt modelId="{3E732660-96CA-4266-B0F8-9C4F6028E46B}" type="sibTrans" cxnId="{9D5ACA00-0716-4C52-AC9C-514CB1FF4155}">
      <dgm:prSet/>
      <dgm:spPr/>
      <dgm:t>
        <a:bodyPr/>
        <a:lstStyle/>
        <a:p>
          <a:endParaRPr lang="en-US"/>
        </a:p>
      </dgm:t>
    </dgm:pt>
    <dgm:pt modelId="{0165C704-BA15-4A2C-9D4A-5337494C71C2}" type="pres">
      <dgm:prSet presAssocID="{93EA31AC-B146-438F-812B-B181524B152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69398C3-C620-4662-A808-1BD468320F48}" type="pres">
      <dgm:prSet presAssocID="{22FD38D6-3BDC-477D-BC1F-88B170EF3855}" presName="composite" presStyleCnt="0"/>
      <dgm:spPr/>
    </dgm:pt>
    <dgm:pt modelId="{0CCC32DC-725F-4395-8C00-488B7BD5EA3C}" type="pres">
      <dgm:prSet presAssocID="{22FD38D6-3BDC-477D-BC1F-88B170EF385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63FF13B-5C3F-457D-8F7F-275FBE71F937}" type="pres">
      <dgm:prSet presAssocID="{22FD38D6-3BDC-477D-BC1F-88B170EF385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1218423-CA0F-4380-8BCF-963C332E341A}" type="pres">
      <dgm:prSet presAssocID="{E862FEB4-5E2F-4921-8977-493C37801B4D}" presName="space" presStyleCnt="0"/>
      <dgm:spPr/>
    </dgm:pt>
    <dgm:pt modelId="{0283F76F-C40B-495E-B439-3C2B36CA55FA}" type="pres">
      <dgm:prSet presAssocID="{08FC8627-007F-445E-A32B-53C12D719F9E}" presName="composite" presStyleCnt="0"/>
      <dgm:spPr/>
    </dgm:pt>
    <dgm:pt modelId="{1F621EA1-A9D1-4CD6-952F-DE4C105CE332}" type="pres">
      <dgm:prSet presAssocID="{08FC8627-007F-445E-A32B-53C12D719F9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EB431F4-533E-4C36-909A-2165BC94EFD0}" type="pres">
      <dgm:prSet presAssocID="{08FC8627-007F-445E-A32B-53C12D719F9E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2BB5409-08A1-4167-A5A5-7739C1B5A1E6}" type="pres">
      <dgm:prSet presAssocID="{D9A15B74-F253-4CC5-B5A3-A6DF4D074569}" presName="space" presStyleCnt="0"/>
      <dgm:spPr/>
    </dgm:pt>
    <dgm:pt modelId="{E933E25E-1AE4-4E94-8FB7-C0B570C7E7DF}" type="pres">
      <dgm:prSet presAssocID="{6928372B-2930-491B-9B70-804A836AC577}" presName="composite" presStyleCnt="0"/>
      <dgm:spPr/>
    </dgm:pt>
    <dgm:pt modelId="{F2E57B24-078B-491E-823A-56266443DF57}" type="pres">
      <dgm:prSet presAssocID="{6928372B-2930-491B-9B70-804A836AC57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855F10D-E48D-4ADA-A8A6-C00C526BDAAF}" type="pres">
      <dgm:prSet presAssocID="{6928372B-2930-491B-9B70-804A836AC577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9D5ACA00-0716-4C52-AC9C-514CB1FF4155}" srcId="{08FC8627-007F-445E-A32B-53C12D719F9E}" destId="{62E5BE17-3449-4CA4-91D6-2FCDF84B9693}" srcOrd="4" destOrd="0" parTransId="{0183AA0E-6E9B-4A44-878A-CD0765AF1499}" sibTransId="{3E732660-96CA-4266-B0F8-9C4F6028E46B}"/>
    <dgm:cxn modelId="{9A0455B9-00BE-462E-A459-C5CF836C0315}" srcId="{22FD38D6-3BDC-477D-BC1F-88B170EF3855}" destId="{5E64D6BF-B1ED-4025-8B0D-8F9F91F4A6C2}" srcOrd="1" destOrd="0" parTransId="{4E495952-807E-4996-A4FC-146BCBCD978E}" sibTransId="{EE0B5BE1-F44C-4A95-A069-5F68A8B30492}"/>
    <dgm:cxn modelId="{3A9DEF86-8E8D-479C-9DFA-CE7E37B916E2}" type="presOf" srcId="{1C29C24F-9C4B-4DF5-BAFA-2C2D480561CE}" destId="{6EB431F4-533E-4C36-909A-2165BC94EFD0}" srcOrd="0" destOrd="0" presId="urn:microsoft.com/office/officeart/2005/8/layout/hList1"/>
    <dgm:cxn modelId="{D1D1A288-DB4E-4DEF-8CF6-C49782F2373A}" type="presOf" srcId="{6928372B-2930-491B-9B70-804A836AC577}" destId="{F2E57B24-078B-491E-823A-56266443DF57}" srcOrd="0" destOrd="0" presId="urn:microsoft.com/office/officeart/2005/8/layout/hList1"/>
    <dgm:cxn modelId="{A1544A62-8322-46BD-BE42-8AB9D8DBB535}" srcId="{93EA31AC-B146-438F-812B-B181524B152E}" destId="{08FC8627-007F-445E-A32B-53C12D719F9E}" srcOrd="1" destOrd="0" parTransId="{2DB3A694-CAD9-4ADF-B8EF-898BA0D18873}" sibTransId="{D9A15B74-F253-4CC5-B5A3-A6DF4D074569}"/>
    <dgm:cxn modelId="{CBCB1852-3B17-4D88-8571-4CD5FFC148F6}" type="presOf" srcId="{D8F4A1C1-486E-4634-B3EB-ED23008FAE65}" destId="{363FF13B-5C3F-457D-8F7F-275FBE71F937}" srcOrd="0" destOrd="0" presId="urn:microsoft.com/office/officeart/2005/8/layout/hList1"/>
    <dgm:cxn modelId="{D0B17DC7-BCF2-439C-A73D-A3C954A132BC}" type="presOf" srcId="{EFFDD929-1686-4772-9D63-A1ABAC093229}" destId="{6EB431F4-533E-4C36-909A-2165BC94EFD0}" srcOrd="0" destOrd="3" presId="urn:microsoft.com/office/officeart/2005/8/layout/hList1"/>
    <dgm:cxn modelId="{D847C47B-37D0-41DB-A8F0-2EE3938DD37D}" srcId="{08FC8627-007F-445E-A32B-53C12D719F9E}" destId="{A4E5E0DC-2541-4162-A899-8778E6A13C98}" srcOrd="2" destOrd="0" parTransId="{45F0D310-71E1-460C-8C03-22D39028D9DE}" sibTransId="{16155573-06AA-462C-9189-79A3D7F3FB3E}"/>
    <dgm:cxn modelId="{37BB3E41-EC26-4168-B746-4B07A4E2B07C}" type="presOf" srcId="{62E5BE17-3449-4CA4-91D6-2FCDF84B9693}" destId="{6EB431F4-533E-4C36-909A-2165BC94EFD0}" srcOrd="0" destOrd="4" presId="urn:microsoft.com/office/officeart/2005/8/layout/hList1"/>
    <dgm:cxn modelId="{BE5CC1E8-36E3-4BB7-AA94-037885FD5390}" type="presOf" srcId="{93EA31AC-B146-438F-812B-B181524B152E}" destId="{0165C704-BA15-4A2C-9D4A-5337494C71C2}" srcOrd="0" destOrd="0" presId="urn:microsoft.com/office/officeart/2005/8/layout/hList1"/>
    <dgm:cxn modelId="{F0362696-FB27-4BE4-AF33-6E442FBB7B48}" srcId="{08FC8627-007F-445E-A32B-53C12D719F9E}" destId="{1C29C24F-9C4B-4DF5-BAFA-2C2D480561CE}" srcOrd="0" destOrd="0" parTransId="{F1456CA4-11F3-4341-A48D-4BD1B5D37115}" sibTransId="{049EFA88-16A0-4A65-B0B0-ECF3455B5FD3}"/>
    <dgm:cxn modelId="{A0ADEF46-590D-4DE2-8448-CF834C05F49C}" type="presOf" srcId="{08FC8627-007F-445E-A32B-53C12D719F9E}" destId="{1F621EA1-A9D1-4CD6-952F-DE4C105CE332}" srcOrd="0" destOrd="0" presId="urn:microsoft.com/office/officeart/2005/8/layout/hList1"/>
    <dgm:cxn modelId="{76494DBB-314A-42CF-8FE8-085ADD10F555}" srcId="{93EA31AC-B146-438F-812B-B181524B152E}" destId="{6928372B-2930-491B-9B70-804A836AC577}" srcOrd="2" destOrd="0" parTransId="{F4D82941-E536-4A87-81BA-DFD0C1D55976}" sibTransId="{C8DAEE6C-16AE-4FC5-AC70-680F4B9528AA}"/>
    <dgm:cxn modelId="{D704211E-5F6F-4922-9D00-232A73DAFA06}" type="presOf" srcId="{A4E5E0DC-2541-4162-A899-8778E6A13C98}" destId="{6EB431F4-533E-4C36-909A-2165BC94EFD0}" srcOrd="0" destOrd="2" presId="urn:microsoft.com/office/officeart/2005/8/layout/hList1"/>
    <dgm:cxn modelId="{4986D1D8-DB60-4ADC-B03A-62878A1BF29E}" type="presOf" srcId="{811BF99E-A36A-4B91-A48A-3F9446C9337D}" destId="{6EB431F4-533E-4C36-909A-2165BC94EFD0}" srcOrd="0" destOrd="1" presId="urn:microsoft.com/office/officeart/2005/8/layout/hList1"/>
    <dgm:cxn modelId="{621BD942-F974-474B-96C3-7B5C87DC96F1}" srcId="{22FD38D6-3BDC-477D-BC1F-88B170EF3855}" destId="{D8F4A1C1-486E-4634-B3EB-ED23008FAE65}" srcOrd="0" destOrd="0" parTransId="{28462AF9-BABF-4692-8C3D-69654FD0F47D}" sibTransId="{E9F5E8C8-217D-4B2B-9B4F-B817A483310E}"/>
    <dgm:cxn modelId="{BCB113A4-4583-41B3-BA23-FD175820304B}" srcId="{93EA31AC-B146-438F-812B-B181524B152E}" destId="{22FD38D6-3BDC-477D-BC1F-88B170EF3855}" srcOrd="0" destOrd="0" parTransId="{5C9B1E4E-4BE5-4C2E-A854-A703AFB3D51D}" sibTransId="{E862FEB4-5E2F-4921-8977-493C37801B4D}"/>
    <dgm:cxn modelId="{30FCBC8F-304A-45E0-9D6B-DE0F5F6CF81B}" type="presOf" srcId="{0094F245-4DD0-4EFF-9CF2-F89A251A77DB}" destId="{1855F10D-E48D-4ADA-A8A6-C00C526BDAAF}" srcOrd="0" destOrd="1" presId="urn:microsoft.com/office/officeart/2005/8/layout/hList1"/>
    <dgm:cxn modelId="{639BC61F-FC2B-4BAC-A058-47614706633E}" type="presOf" srcId="{22FD38D6-3BDC-477D-BC1F-88B170EF3855}" destId="{0CCC32DC-725F-4395-8C00-488B7BD5EA3C}" srcOrd="0" destOrd="0" presId="urn:microsoft.com/office/officeart/2005/8/layout/hList1"/>
    <dgm:cxn modelId="{30C8A809-DFA7-47A1-B1C2-E3D01F8B91C8}" type="presOf" srcId="{5E64D6BF-B1ED-4025-8B0D-8F9F91F4A6C2}" destId="{363FF13B-5C3F-457D-8F7F-275FBE71F937}" srcOrd="0" destOrd="1" presId="urn:microsoft.com/office/officeart/2005/8/layout/hList1"/>
    <dgm:cxn modelId="{06DE909D-18AA-4B9F-AB4D-287C18F5AB7F}" srcId="{08FC8627-007F-445E-A32B-53C12D719F9E}" destId="{811BF99E-A36A-4B91-A48A-3F9446C9337D}" srcOrd="1" destOrd="0" parTransId="{053D73BA-62E6-4EF6-829C-DADF00CBA475}" sibTransId="{E9E69490-B1BB-47D1-ADC0-177051D1930C}"/>
    <dgm:cxn modelId="{CF683BCB-0D6C-42EC-81EE-9CB86F4BAE4D}" srcId="{08FC8627-007F-445E-A32B-53C12D719F9E}" destId="{EFFDD929-1686-4772-9D63-A1ABAC093229}" srcOrd="3" destOrd="0" parTransId="{44B98598-F34A-46EE-A6B6-4F0EFC031149}" sibTransId="{5B760331-20FD-4681-8085-DBFF547CEF21}"/>
    <dgm:cxn modelId="{16407B81-16CC-469E-A461-F7613725DE7B}" type="presOf" srcId="{1F649729-ECCB-4E18-985B-775CC8A464E4}" destId="{1855F10D-E48D-4ADA-A8A6-C00C526BDAAF}" srcOrd="0" destOrd="0" presId="urn:microsoft.com/office/officeart/2005/8/layout/hList1"/>
    <dgm:cxn modelId="{E84070CD-535F-44A6-B50A-88D82AB4AE98}" srcId="{6928372B-2930-491B-9B70-804A836AC577}" destId="{1F649729-ECCB-4E18-985B-775CC8A464E4}" srcOrd="0" destOrd="0" parTransId="{C13A36C6-8827-4AEA-B778-B8498E9582A5}" sibTransId="{2A959637-7E0F-4576-AE03-1E3D4BF7E805}"/>
    <dgm:cxn modelId="{14A10AA6-6787-4249-A0C2-10FE1526C348}" srcId="{6928372B-2930-491B-9B70-804A836AC577}" destId="{0094F245-4DD0-4EFF-9CF2-F89A251A77DB}" srcOrd="1" destOrd="0" parTransId="{A146DB30-F27B-4A97-AF3D-D0DA58AA3310}" sibTransId="{C8808088-0F9C-4E55-BE90-4E23D3150F71}"/>
    <dgm:cxn modelId="{D3FEE748-9470-4FC3-88BF-42D9D004EA9E}" type="presParOf" srcId="{0165C704-BA15-4A2C-9D4A-5337494C71C2}" destId="{E69398C3-C620-4662-A808-1BD468320F48}" srcOrd="0" destOrd="0" presId="urn:microsoft.com/office/officeart/2005/8/layout/hList1"/>
    <dgm:cxn modelId="{8B487500-D49D-443F-A476-C24EE5936DC0}" type="presParOf" srcId="{E69398C3-C620-4662-A808-1BD468320F48}" destId="{0CCC32DC-725F-4395-8C00-488B7BD5EA3C}" srcOrd="0" destOrd="0" presId="urn:microsoft.com/office/officeart/2005/8/layout/hList1"/>
    <dgm:cxn modelId="{7BBB24C3-EAD0-4DB1-B0D2-5459EC0E3A8F}" type="presParOf" srcId="{E69398C3-C620-4662-A808-1BD468320F48}" destId="{363FF13B-5C3F-457D-8F7F-275FBE71F937}" srcOrd="1" destOrd="0" presId="urn:microsoft.com/office/officeart/2005/8/layout/hList1"/>
    <dgm:cxn modelId="{A6D96F8C-E7B4-486A-9132-EA72F1FACC39}" type="presParOf" srcId="{0165C704-BA15-4A2C-9D4A-5337494C71C2}" destId="{01218423-CA0F-4380-8BCF-963C332E341A}" srcOrd="1" destOrd="0" presId="urn:microsoft.com/office/officeart/2005/8/layout/hList1"/>
    <dgm:cxn modelId="{B52D343D-D597-41DB-BEE2-8AFFE608E6B6}" type="presParOf" srcId="{0165C704-BA15-4A2C-9D4A-5337494C71C2}" destId="{0283F76F-C40B-495E-B439-3C2B36CA55FA}" srcOrd="2" destOrd="0" presId="urn:microsoft.com/office/officeart/2005/8/layout/hList1"/>
    <dgm:cxn modelId="{59F84295-50BB-4605-B4C5-EC9718AAA7BD}" type="presParOf" srcId="{0283F76F-C40B-495E-B439-3C2B36CA55FA}" destId="{1F621EA1-A9D1-4CD6-952F-DE4C105CE332}" srcOrd="0" destOrd="0" presId="urn:microsoft.com/office/officeart/2005/8/layout/hList1"/>
    <dgm:cxn modelId="{59534383-A699-438C-97D1-7445668719DD}" type="presParOf" srcId="{0283F76F-C40B-495E-B439-3C2B36CA55FA}" destId="{6EB431F4-533E-4C36-909A-2165BC94EFD0}" srcOrd="1" destOrd="0" presId="urn:microsoft.com/office/officeart/2005/8/layout/hList1"/>
    <dgm:cxn modelId="{C28DB6A3-CD96-4F02-BFB1-5B9500913052}" type="presParOf" srcId="{0165C704-BA15-4A2C-9D4A-5337494C71C2}" destId="{B2BB5409-08A1-4167-A5A5-7739C1B5A1E6}" srcOrd="3" destOrd="0" presId="urn:microsoft.com/office/officeart/2005/8/layout/hList1"/>
    <dgm:cxn modelId="{C5E2E802-D498-4DA9-B1E7-1832153757D8}" type="presParOf" srcId="{0165C704-BA15-4A2C-9D4A-5337494C71C2}" destId="{E933E25E-1AE4-4E94-8FB7-C0B570C7E7DF}" srcOrd="4" destOrd="0" presId="urn:microsoft.com/office/officeart/2005/8/layout/hList1"/>
    <dgm:cxn modelId="{12E697A4-A9BA-4050-914D-749C512808E9}" type="presParOf" srcId="{E933E25E-1AE4-4E94-8FB7-C0B570C7E7DF}" destId="{F2E57B24-078B-491E-823A-56266443DF57}" srcOrd="0" destOrd="0" presId="urn:microsoft.com/office/officeart/2005/8/layout/hList1"/>
    <dgm:cxn modelId="{08709F2A-BA9F-4B59-8D95-C6E6D20F4857}" type="presParOf" srcId="{E933E25E-1AE4-4E94-8FB7-C0B570C7E7DF}" destId="{1855F10D-E48D-4ADA-A8A6-C00C526BDAA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6E309CC-8FAA-4878-A63E-12418EE8284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9E03FE-63FB-4DEE-93E2-DEDB3616CD41}">
      <dgm:prSet phldrT="[Text]"/>
      <dgm:spPr/>
      <dgm:t>
        <a:bodyPr/>
        <a:lstStyle/>
        <a:p>
          <a:r>
            <a:rPr lang="en-US" dirty="0" smtClean="0"/>
            <a:t>Gains from international trade</a:t>
          </a:r>
          <a:endParaRPr lang="en-US" dirty="0"/>
        </a:p>
      </dgm:t>
    </dgm:pt>
    <dgm:pt modelId="{C2754E69-F959-4331-B9A8-86F7748CC4AD}" type="parTrans" cxnId="{A36CB050-9D72-44A4-8DE2-0FDE1EDEC8F0}">
      <dgm:prSet/>
      <dgm:spPr/>
      <dgm:t>
        <a:bodyPr/>
        <a:lstStyle/>
        <a:p>
          <a:endParaRPr lang="en-US"/>
        </a:p>
      </dgm:t>
    </dgm:pt>
    <dgm:pt modelId="{C84FF442-AD66-4174-99DA-73809FFF24A4}" type="sibTrans" cxnId="{A36CB050-9D72-44A4-8DE2-0FDE1EDEC8F0}">
      <dgm:prSet/>
      <dgm:spPr/>
      <dgm:t>
        <a:bodyPr/>
        <a:lstStyle/>
        <a:p>
          <a:endParaRPr lang="en-US"/>
        </a:p>
      </dgm:t>
    </dgm:pt>
    <dgm:pt modelId="{14488373-FFB0-4D43-A269-4F0BA46D2C72}" type="asst">
      <dgm:prSet phldrT="[Text]"/>
      <dgm:spPr/>
      <dgm:t>
        <a:bodyPr/>
        <a:lstStyle/>
        <a:p>
          <a:r>
            <a:rPr lang="en-US" dirty="0" smtClean="0"/>
            <a:t>Terms of trade: ratio of price of export to the price of import (net barter terms)</a:t>
          </a:r>
          <a:endParaRPr lang="en-US" dirty="0"/>
        </a:p>
      </dgm:t>
    </dgm:pt>
    <dgm:pt modelId="{DEE8F1EE-5BF2-4442-B706-7FA3F55CCBD3}" type="parTrans" cxnId="{401E6F79-30AE-43C9-9D1A-6B1A2F444AD6}">
      <dgm:prSet/>
      <dgm:spPr/>
      <dgm:t>
        <a:bodyPr/>
        <a:lstStyle/>
        <a:p>
          <a:endParaRPr lang="en-US"/>
        </a:p>
      </dgm:t>
    </dgm:pt>
    <dgm:pt modelId="{49B3871E-1150-43D5-AC91-97302740B645}" type="sibTrans" cxnId="{401E6F79-30AE-43C9-9D1A-6B1A2F444AD6}">
      <dgm:prSet/>
      <dgm:spPr/>
      <dgm:t>
        <a:bodyPr/>
        <a:lstStyle/>
        <a:p>
          <a:endParaRPr lang="en-US"/>
        </a:p>
      </dgm:t>
    </dgm:pt>
    <dgm:pt modelId="{50E03CBF-7D56-4463-8A03-8679F6493A00}">
      <dgm:prSet phldrT="[Text]"/>
      <dgm:spPr/>
      <dgm:t>
        <a:bodyPr/>
        <a:lstStyle/>
        <a:p>
          <a:r>
            <a:rPr lang="en-US" dirty="0" smtClean="0"/>
            <a:t>Net terms: unit value index of exports/unit value index of imports </a:t>
          </a:r>
          <a:endParaRPr lang="en-US" dirty="0"/>
        </a:p>
      </dgm:t>
    </dgm:pt>
    <dgm:pt modelId="{1898A551-6E66-4CFD-8F9A-E83025C06FEE}" type="parTrans" cxnId="{24BA8B20-FED2-41A5-803D-33529C608B35}">
      <dgm:prSet/>
      <dgm:spPr/>
      <dgm:t>
        <a:bodyPr/>
        <a:lstStyle/>
        <a:p>
          <a:endParaRPr lang="en-US"/>
        </a:p>
      </dgm:t>
    </dgm:pt>
    <dgm:pt modelId="{AD038173-E987-4329-9981-B5061380ACC5}" type="sibTrans" cxnId="{24BA8B20-FED2-41A5-803D-33529C608B35}">
      <dgm:prSet/>
      <dgm:spPr/>
      <dgm:t>
        <a:bodyPr/>
        <a:lstStyle/>
        <a:p>
          <a:endParaRPr lang="en-US"/>
        </a:p>
      </dgm:t>
    </dgm:pt>
    <dgm:pt modelId="{54E150E0-B1A3-40B2-9246-74F0AAB5CC16}">
      <dgm:prSet phldrT="[Text]"/>
      <dgm:spPr/>
      <dgm:t>
        <a:bodyPr/>
        <a:lstStyle/>
        <a:p>
          <a:r>
            <a:rPr lang="en-US" dirty="0" smtClean="0"/>
            <a:t>Gross terms: Volume index of imports/volume index of exports</a:t>
          </a:r>
          <a:endParaRPr lang="en-US" dirty="0"/>
        </a:p>
      </dgm:t>
    </dgm:pt>
    <dgm:pt modelId="{FE9F0ACD-090C-4FC6-93F8-6520ECC7BD87}" type="parTrans" cxnId="{CA9B799B-DCA6-45F6-883F-86F823FB1B49}">
      <dgm:prSet/>
      <dgm:spPr/>
      <dgm:t>
        <a:bodyPr/>
        <a:lstStyle/>
        <a:p>
          <a:endParaRPr lang="en-US"/>
        </a:p>
      </dgm:t>
    </dgm:pt>
    <dgm:pt modelId="{AFAEDE15-59B3-48F7-AA1C-21C96C476BEA}" type="sibTrans" cxnId="{CA9B799B-DCA6-45F6-883F-86F823FB1B49}">
      <dgm:prSet/>
      <dgm:spPr/>
      <dgm:t>
        <a:bodyPr/>
        <a:lstStyle/>
        <a:p>
          <a:endParaRPr lang="en-US"/>
        </a:p>
      </dgm:t>
    </dgm:pt>
    <dgm:pt modelId="{733E583A-6DF8-4954-9CC5-45611638B998}">
      <dgm:prSet phldrT="[Text]"/>
      <dgm:spPr/>
      <dgm:t>
        <a:bodyPr/>
        <a:lstStyle/>
        <a:p>
          <a:r>
            <a:rPr lang="en-US" dirty="0" smtClean="0"/>
            <a:t>Income terms: net terms of trade * volume index of exports</a:t>
          </a:r>
          <a:endParaRPr lang="en-US" dirty="0"/>
        </a:p>
      </dgm:t>
    </dgm:pt>
    <dgm:pt modelId="{95122077-E2B9-4EB2-8E9E-6BD90BD9AF44}" type="parTrans" cxnId="{E9107E17-27FE-441E-B8ED-8C5A2FEFB2EA}">
      <dgm:prSet/>
      <dgm:spPr/>
      <dgm:t>
        <a:bodyPr/>
        <a:lstStyle/>
        <a:p>
          <a:endParaRPr lang="en-US"/>
        </a:p>
      </dgm:t>
    </dgm:pt>
    <dgm:pt modelId="{B9F49C46-9526-4F44-9B46-511E78F4DEBE}" type="sibTrans" cxnId="{E9107E17-27FE-441E-B8ED-8C5A2FEFB2EA}">
      <dgm:prSet/>
      <dgm:spPr/>
      <dgm:t>
        <a:bodyPr/>
        <a:lstStyle/>
        <a:p>
          <a:endParaRPr lang="en-US"/>
        </a:p>
      </dgm:t>
    </dgm:pt>
    <dgm:pt modelId="{BDD1B86D-FC3B-4D14-A984-FF2AE2301EA2}" type="pres">
      <dgm:prSet presAssocID="{E6E309CC-8FAA-4878-A63E-12418EE8284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1A88DDE6-22F9-4766-9ABB-C55C756F90E4}" type="pres">
      <dgm:prSet presAssocID="{3D9E03FE-63FB-4DEE-93E2-DEDB3616CD41}" presName="hierRoot1" presStyleCnt="0">
        <dgm:presLayoutVars>
          <dgm:hierBranch val="init"/>
        </dgm:presLayoutVars>
      </dgm:prSet>
      <dgm:spPr/>
    </dgm:pt>
    <dgm:pt modelId="{361BC72E-A99B-43DC-B812-D512F77422AB}" type="pres">
      <dgm:prSet presAssocID="{3D9E03FE-63FB-4DEE-93E2-DEDB3616CD41}" presName="rootComposite1" presStyleCnt="0"/>
      <dgm:spPr/>
    </dgm:pt>
    <dgm:pt modelId="{83F663A4-76AA-4B8E-BFE4-A68DCFA17AA3}" type="pres">
      <dgm:prSet presAssocID="{3D9E03FE-63FB-4DEE-93E2-DEDB3616CD41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4964D6-34CF-4C56-B557-FD5652CF6246}" type="pres">
      <dgm:prSet presAssocID="{3D9E03FE-63FB-4DEE-93E2-DEDB3616CD41}" presName="rootConnector1" presStyleLbl="node1" presStyleIdx="0" presStyleCnt="0"/>
      <dgm:spPr/>
      <dgm:t>
        <a:bodyPr/>
        <a:lstStyle/>
        <a:p>
          <a:endParaRPr lang="en-GB"/>
        </a:p>
      </dgm:t>
    </dgm:pt>
    <dgm:pt modelId="{78904A0E-CB33-4303-B801-44FE92677A5A}" type="pres">
      <dgm:prSet presAssocID="{3D9E03FE-63FB-4DEE-93E2-DEDB3616CD41}" presName="hierChild2" presStyleCnt="0"/>
      <dgm:spPr/>
    </dgm:pt>
    <dgm:pt modelId="{05DAEE80-A07A-4FBD-8905-17F42F1C6596}" type="pres">
      <dgm:prSet presAssocID="{1898A551-6E66-4CFD-8F9A-E83025C06FEE}" presName="Name37" presStyleLbl="parChTrans1D2" presStyleIdx="0" presStyleCnt="4"/>
      <dgm:spPr/>
      <dgm:t>
        <a:bodyPr/>
        <a:lstStyle/>
        <a:p>
          <a:endParaRPr lang="en-GB"/>
        </a:p>
      </dgm:t>
    </dgm:pt>
    <dgm:pt modelId="{DE59F9EF-CD2F-4CCE-A874-B73BF7AFD3C7}" type="pres">
      <dgm:prSet presAssocID="{50E03CBF-7D56-4463-8A03-8679F6493A00}" presName="hierRoot2" presStyleCnt="0">
        <dgm:presLayoutVars>
          <dgm:hierBranch val="init"/>
        </dgm:presLayoutVars>
      </dgm:prSet>
      <dgm:spPr/>
    </dgm:pt>
    <dgm:pt modelId="{514DD904-CCD7-4A5C-B966-9A558F37E276}" type="pres">
      <dgm:prSet presAssocID="{50E03CBF-7D56-4463-8A03-8679F6493A00}" presName="rootComposite" presStyleCnt="0"/>
      <dgm:spPr/>
    </dgm:pt>
    <dgm:pt modelId="{D91796BE-9CA8-4F20-8046-1EF181E64BB8}" type="pres">
      <dgm:prSet presAssocID="{50E03CBF-7D56-4463-8A03-8679F6493A00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16A33E-B601-40B9-9AC4-05E8B1D4F701}" type="pres">
      <dgm:prSet presAssocID="{50E03CBF-7D56-4463-8A03-8679F6493A00}" presName="rootConnector" presStyleLbl="node2" presStyleIdx="0" presStyleCnt="3"/>
      <dgm:spPr/>
      <dgm:t>
        <a:bodyPr/>
        <a:lstStyle/>
        <a:p>
          <a:endParaRPr lang="en-GB"/>
        </a:p>
      </dgm:t>
    </dgm:pt>
    <dgm:pt modelId="{A9DF8F53-9F0A-41CC-B17C-0D746750503F}" type="pres">
      <dgm:prSet presAssocID="{50E03CBF-7D56-4463-8A03-8679F6493A00}" presName="hierChild4" presStyleCnt="0"/>
      <dgm:spPr/>
    </dgm:pt>
    <dgm:pt modelId="{E6093248-14D3-4CA0-982B-2366AE8D537B}" type="pres">
      <dgm:prSet presAssocID="{50E03CBF-7D56-4463-8A03-8679F6493A00}" presName="hierChild5" presStyleCnt="0"/>
      <dgm:spPr/>
    </dgm:pt>
    <dgm:pt modelId="{57AA2994-3F09-4286-BBEA-43E8CD804921}" type="pres">
      <dgm:prSet presAssocID="{FE9F0ACD-090C-4FC6-93F8-6520ECC7BD87}" presName="Name37" presStyleLbl="parChTrans1D2" presStyleIdx="1" presStyleCnt="4"/>
      <dgm:spPr/>
      <dgm:t>
        <a:bodyPr/>
        <a:lstStyle/>
        <a:p>
          <a:endParaRPr lang="en-GB"/>
        </a:p>
      </dgm:t>
    </dgm:pt>
    <dgm:pt modelId="{DC718F1D-67D2-46D4-8DD0-00B1F6EB4458}" type="pres">
      <dgm:prSet presAssocID="{54E150E0-B1A3-40B2-9246-74F0AAB5CC16}" presName="hierRoot2" presStyleCnt="0">
        <dgm:presLayoutVars>
          <dgm:hierBranch val="init"/>
        </dgm:presLayoutVars>
      </dgm:prSet>
      <dgm:spPr/>
    </dgm:pt>
    <dgm:pt modelId="{56EFC9D6-EF93-468D-85DD-BEE948A3BB5E}" type="pres">
      <dgm:prSet presAssocID="{54E150E0-B1A3-40B2-9246-74F0AAB5CC16}" presName="rootComposite" presStyleCnt="0"/>
      <dgm:spPr/>
    </dgm:pt>
    <dgm:pt modelId="{9F530809-91A1-410F-ADE0-101AB7D754D9}" type="pres">
      <dgm:prSet presAssocID="{54E150E0-B1A3-40B2-9246-74F0AAB5CC16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6837BA-739E-4F1E-996C-270A88281833}" type="pres">
      <dgm:prSet presAssocID="{54E150E0-B1A3-40B2-9246-74F0AAB5CC16}" presName="rootConnector" presStyleLbl="node2" presStyleIdx="1" presStyleCnt="3"/>
      <dgm:spPr/>
      <dgm:t>
        <a:bodyPr/>
        <a:lstStyle/>
        <a:p>
          <a:endParaRPr lang="en-GB"/>
        </a:p>
      </dgm:t>
    </dgm:pt>
    <dgm:pt modelId="{EC74758E-4174-4044-9B0A-CCC0BEB8726E}" type="pres">
      <dgm:prSet presAssocID="{54E150E0-B1A3-40B2-9246-74F0AAB5CC16}" presName="hierChild4" presStyleCnt="0"/>
      <dgm:spPr/>
    </dgm:pt>
    <dgm:pt modelId="{C3FA3F12-ABCE-417B-916B-9B93680E48EF}" type="pres">
      <dgm:prSet presAssocID="{54E150E0-B1A3-40B2-9246-74F0AAB5CC16}" presName="hierChild5" presStyleCnt="0"/>
      <dgm:spPr/>
    </dgm:pt>
    <dgm:pt modelId="{13B0EA44-1B61-4781-BFB6-AC64D88073EC}" type="pres">
      <dgm:prSet presAssocID="{95122077-E2B9-4EB2-8E9E-6BD90BD9AF44}" presName="Name37" presStyleLbl="parChTrans1D2" presStyleIdx="2" presStyleCnt="4"/>
      <dgm:spPr/>
      <dgm:t>
        <a:bodyPr/>
        <a:lstStyle/>
        <a:p>
          <a:endParaRPr lang="en-GB"/>
        </a:p>
      </dgm:t>
    </dgm:pt>
    <dgm:pt modelId="{1D0502D4-2A04-45D4-9383-0B98BD23B9F7}" type="pres">
      <dgm:prSet presAssocID="{733E583A-6DF8-4954-9CC5-45611638B998}" presName="hierRoot2" presStyleCnt="0">
        <dgm:presLayoutVars>
          <dgm:hierBranch val="init"/>
        </dgm:presLayoutVars>
      </dgm:prSet>
      <dgm:spPr/>
    </dgm:pt>
    <dgm:pt modelId="{2B2409E3-3680-4C55-9CBF-D69F2B226514}" type="pres">
      <dgm:prSet presAssocID="{733E583A-6DF8-4954-9CC5-45611638B998}" presName="rootComposite" presStyleCnt="0"/>
      <dgm:spPr/>
    </dgm:pt>
    <dgm:pt modelId="{015028EF-E766-4118-AB33-C1C68819DFD2}" type="pres">
      <dgm:prSet presAssocID="{733E583A-6DF8-4954-9CC5-45611638B998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ED8171A-F1F1-41C9-8891-2DDF88689D85}" type="pres">
      <dgm:prSet presAssocID="{733E583A-6DF8-4954-9CC5-45611638B998}" presName="rootConnector" presStyleLbl="node2" presStyleIdx="2" presStyleCnt="3"/>
      <dgm:spPr/>
      <dgm:t>
        <a:bodyPr/>
        <a:lstStyle/>
        <a:p>
          <a:endParaRPr lang="en-GB"/>
        </a:p>
      </dgm:t>
    </dgm:pt>
    <dgm:pt modelId="{69BD94EC-F8E3-4CDD-B5EA-D9BCD454A257}" type="pres">
      <dgm:prSet presAssocID="{733E583A-6DF8-4954-9CC5-45611638B998}" presName="hierChild4" presStyleCnt="0"/>
      <dgm:spPr/>
    </dgm:pt>
    <dgm:pt modelId="{60E61186-E2E4-496F-9BCF-580FE403103C}" type="pres">
      <dgm:prSet presAssocID="{733E583A-6DF8-4954-9CC5-45611638B998}" presName="hierChild5" presStyleCnt="0"/>
      <dgm:spPr/>
    </dgm:pt>
    <dgm:pt modelId="{A5DF8768-2564-470E-B9E2-7246138C33F0}" type="pres">
      <dgm:prSet presAssocID="{3D9E03FE-63FB-4DEE-93E2-DEDB3616CD41}" presName="hierChild3" presStyleCnt="0"/>
      <dgm:spPr/>
    </dgm:pt>
    <dgm:pt modelId="{2C16260B-F3DB-4AB1-9560-4D29DAE89A1F}" type="pres">
      <dgm:prSet presAssocID="{DEE8F1EE-5BF2-4442-B706-7FA3F55CCBD3}" presName="Name111" presStyleLbl="parChTrans1D2" presStyleIdx="3" presStyleCnt="4"/>
      <dgm:spPr/>
      <dgm:t>
        <a:bodyPr/>
        <a:lstStyle/>
        <a:p>
          <a:endParaRPr lang="en-GB"/>
        </a:p>
      </dgm:t>
    </dgm:pt>
    <dgm:pt modelId="{89EC5EC7-5168-467F-BF8A-AC2E015758E8}" type="pres">
      <dgm:prSet presAssocID="{14488373-FFB0-4D43-A269-4F0BA46D2C72}" presName="hierRoot3" presStyleCnt="0">
        <dgm:presLayoutVars>
          <dgm:hierBranch val="init"/>
        </dgm:presLayoutVars>
      </dgm:prSet>
      <dgm:spPr/>
    </dgm:pt>
    <dgm:pt modelId="{77BDF04A-D66F-4948-B9B3-44C1BAF453CF}" type="pres">
      <dgm:prSet presAssocID="{14488373-FFB0-4D43-A269-4F0BA46D2C72}" presName="rootComposite3" presStyleCnt="0"/>
      <dgm:spPr/>
    </dgm:pt>
    <dgm:pt modelId="{2E4279E9-A291-45D2-BC73-63F95AABFADB}" type="pres">
      <dgm:prSet presAssocID="{14488373-FFB0-4D43-A269-4F0BA46D2C72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1492C9E-52E6-40A8-AC8B-DE5D301F6970}" type="pres">
      <dgm:prSet presAssocID="{14488373-FFB0-4D43-A269-4F0BA46D2C72}" presName="rootConnector3" presStyleLbl="asst1" presStyleIdx="0" presStyleCnt="1"/>
      <dgm:spPr/>
      <dgm:t>
        <a:bodyPr/>
        <a:lstStyle/>
        <a:p>
          <a:endParaRPr lang="en-GB"/>
        </a:p>
      </dgm:t>
    </dgm:pt>
    <dgm:pt modelId="{CE58F757-CAD1-45DC-BC1A-C7B6FA456FA9}" type="pres">
      <dgm:prSet presAssocID="{14488373-FFB0-4D43-A269-4F0BA46D2C72}" presName="hierChild6" presStyleCnt="0"/>
      <dgm:spPr/>
    </dgm:pt>
    <dgm:pt modelId="{64CE4CB8-6B91-45BC-929A-68EC6989D780}" type="pres">
      <dgm:prSet presAssocID="{14488373-FFB0-4D43-A269-4F0BA46D2C72}" presName="hierChild7" presStyleCnt="0"/>
      <dgm:spPr/>
    </dgm:pt>
  </dgm:ptLst>
  <dgm:cxnLst>
    <dgm:cxn modelId="{401E6F79-30AE-43C9-9D1A-6B1A2F444AD6}" srcId="{3D9E03FE-63FB-4DEE-93E2-DEDB3616CD41}" destId="{14488373-FFB0-4D43-A269-4F0BA46D2C72}" srcOrd="0" destOrd="0" parTransId="{DEE8F1EE-5BF2-4442-B706-7FA3F55CCBD3}" sibTransId="{49B3871E-1150-43D5-AC91-97302740B645}"/>
    <dgm:cxn modelId="{24BA8B20-FED2-41A5-803D-33529C608B35}" srcId="{3D9E03FE-63FB-4DEE-93E2-DEDB3616CD41}" destId="{50E03CBF-7D56-4463-8A03-8679F6493A00}" srcOrd="1" destOrd="0" parTransId="{1898A551-6E66-4CFD-8F9A-E83025C06FEE}" sibTransId="{AD038173-E987-4329-9981-B5061380ACC5}"/>
    <dgm:cxn modelId="{92EBFE06-D304-4AEC-9914-E77934633603}" type="presOf" srcId="{54E150E0-B1A3-40B2-9246-74F0AAB5CC16}" destId="{4F6837BA-739E-4F1E-996C-270A88281833}" srcOrd="1" destOrd="0" presId="urn:microsoft.com/office/officeart/2005/8/layout/orgChart1"/>
    <dgm:cxn modelId="{9E29AB59-42B6-4C07-BF2F-2AA9A8594773}" type="presOf" srcId="{DEE8F1EE-5BF2-4442-B706-7FA3F55CCBD3}" destId="{2C16260B-F3DB-4AB1-9560-4D29DAE89A1F}" srcOrd="0" destOrd="0" presId="urn:microsoft.com/office/officeart/2005/8/layout/orgChart1"/>
    <dgm:cxn modelId="{49139349-4EE8-45C5-B86C-B29EC0D8F7D1}" type="presOf" srcId="{50E03CBF-7D56-4463-8A03-8679F6493A00}" destId="{EF16A33E-B601-40B9-9AC4-05E8B1D4F701}" srcOrd="1" destOrd="0" presId="urn:microsoft.com/office/officeart/2005/8/layout/orgChart1"/>
    <dgm:cxn modelId="{4A486926-CD3A-43FA-9BC3-C7B267E4D1C0}" type="presOf" srcId="{1898A551-6E66-4CFD-8F9A-E83025C06FEE}" destId="{05DAEE80-A07A-4FBD-8905-17F42F1C6596}" srcOrd="0" destOrd="0" presId="urn:microsoft.com/office/officeart/2005/8/layout/orgChart1"/>
    <dgm:cxn modelId="{217390FA-97C0-418B-B99F-EEDA08DE7091}" type="presOf" srcId="{50E03CBF-7D56-4463-8A03-8679F6493A00}" destId="{D91796BE-9CA8-4F20-8046-1EF181E64BB8}" srcOrd="0" destOrd="0" presId="urn:microsoft.com/office/officeart/2005/8/layout/orgChart1"/>
    <dgm:cxn modelId="{CA9B799B-DCA6-45F6-883F-86F823FB1B49}" srcId="{3D9E03FE-63FB-4DEE-93E2-DEDB3616CD41}" destId="{54E150E0-B1A3-40B2-9246-74F0AAB5CC16}" srcOrd="2" destOrd="0" parTransId="{FE9F0ACD-090C-4FC6-93F8-6520ECC7BD87}" sibTransId="{AFAEDE15-59B3-48F7-AA1C-21C96C476BEA}"/>
    <dgm:cxn modelId="{4CAE744C-496C-4F4D-9FD0-B3B3519A8C68}" type="presOf" srcId="{14488373-FFB0-4D43-A269-4F0BA46D2C72}" destId="{2E4279E9-A291-45D2-BC73-63F95AABFADB}" srcOrd="0" destOrd="0" presId="urn:microsoft.com/office/officeart/2005/8/layout/orgChart1"/>
    <dgm:cxn modelId="{534EB579-1178-44D5-AF10-8E33264841D6}" type="presOf" srcId="{14488373-FFB0-4D43-A269-4F0BA46D2C72}" destId="{D1492C9E-52E6-40A8-AC8B-DE5D301F6970}" srcOrd="1" destOrd="0" presId="urn:microsoft.com/office/officeart/2005/8/layout/orgChart1"/>
    <dgm:cxn modelId="{7ACEC440-D38A-4C5D-8FF2-2A31DB1F5D21}" type="presOf" srcId="{E6E309CC-8FAA-4878-A63E-12418EE82843}" destId="{BDD1B86D-FC3B-4D14-A984-FF2AE2301EA2}" srcOrd="0" destOrd="0" presId="urn:microsoft.com/office/officeart/2005/8/layout/orgChart1"/>
    <dgm:cxn modelId="{FB399CC9-47B4-4F7A-AD79-FB3EE0C3B80D}" type="presOf" srcId="{54E150E0-B1A3-40B2-9246-74F0AAB5CC16}" destId="{9F530809-91A1-410F-ADE0-101AB7D754D9}" srcOrd="0" destOrd="0" presId="urn:microsoft.com/office/officeart/2005/8/layout/orgChart1"/>
    <dgm:cxn modelId="{D3219E85-FD02-41A0-99C9-6699F6675E13}" type="presOf" srcId="{733E583A-6DF8-4954-9CC5-45611638B998}" destId="{015028EF-E766-4118-AB33-C1C68819DFD2}" srcOrd="0" destOrd="0" presId="urn:microsoft.com/office/officeart/2005/8/layout/orgChart1"/>
    <dgm:cxn modelId="{D976003A-FF2A-4D99-9384-67110F9BEFC9}" type="presOf" srcId="{733E583A-6DF8-4954-9CC5-45611638B998}" destId="{BED8171A-F1F1-41C9-8891-2DDF88689D85}" srcOrd="1" destOrd="0" presId="urn:microsoft.com/office/officeart/2005/8/layout/orgChart1"/>
    <dgm:cxn modelId="{678948CA-C86B-444E-A9C3-14ADBD270387}" type="presOf" srcId="{95122077-E2B9-4EB2-8E9E-6BD90BD9AF44}" destId="{13B0EA44-1B61-4781-BFB6-AC64D88073EC}" srcOrd="0" destOrd="0" presId="urn:microsoft.com/office/officeart/2005/8/layout/orgChart1"/>
    <dgm:cxn modelId="{E9107E17-27FE-441E-B8ED-8C5A2FEFB2EA}" srcId="{3D9E03FE-63FB-4DEE-93E2-DEDB3616CD41}" destId="{733E583A-6DF8-4954-9CC5-45611638B998}" srcOrd="3" destOrd="0" parTransId="{95122077-E2B9-4EB2-8E9E-6BD90BD9AF44}" sibTransId="{B9F49C46-9526-4F44-9B46-511E78F4DEBE}"/>
    <dgm:cxn modelId="{F2946774-D756-4247-91ED-F91E333DF0A0}" type="presOf" srcId="{FE9F0ACD-090C-4FC6-93F8-6520ECC7BD87}" destId="{57AA2994-3F09-4286-BBEA-43E8CD804921}" srcOrd="0" destOrd="0" presId="urn:microsoft.com/office/officeart/2005/8/layout/orgChart1"/>
    <dgm:cxn modelId="{D92B6DD7-F306-4411-ABDF-D737B0C5506E}" type="presOf" srcId="{3D9E03FE-63FB-4DEE-93E2-DEDB3616CD41}" destId="{A14964D6-34CF-4C56-B557-FD5652CF6246}" srcOrd="1" destOrd="0" presId="urn:microsoft.com/office/officeart/2005/8/layout/orgChart1"/>
    <dgm:cxn modelId="{7620F746-4170-491D-AF0C-74043A376D12}" type="presOf" srcId="{3D9E03FE-63FB-4DEE-93E2-DEDB3616CD41}" destId="{83F663A4-76AA-4B8E-BFE4-A68DCFA17AA3}" srcOrd="0" destOrd="0" presId="urn:microsoft.com/office/officeart/2005/8/layout/orgChart1"/>
    <dgm:cxn modelId="{A36CB050-9D72-44A4-8DE2-0FDE1EDEC8F0}" srcId="{E6E309CC-8FAA-4878-A63E-12418EE82843}" destId="{3D9E03FE-63FB-4DEE-93E2-DEDB3616CD41}" srcOrd="0" destOrd="0" parTransId="{C2754E69-F959-4331-B9A8-86F7748CC4AD}" sibTransId="{C84FF442-AD66-4174-99DA-73809FFF24A4}"/>
    <dgm:cxn modelId="{1B5DCF3E-DBCB-4FEC-B209-C200917BE3E7}" type="presParOf" srcId="{BDD1B86D-FC3B-4D14-A984-FF2AE2301EA2}" destId="{1A88DDE6-22F9-4766-9ABB-C55C756F90E4}" srcOrd="0" destOrd="0" presId="urn:microsoft.com/office/officeart/2005/8/layout/orgChart1"/>
    <dgm:cxn modelId="{7590C41F-771B-42B2-91BB-A8C2A8EA1940}" type="presParOf" srcId="{1A88DDE6-22F9-4766-9ABB-C55C756F90E4}" destId="{361BC72E-A99B-43DC-B812-D512F77422AB}" srcOrd="0" destOrd="0" presId="urn:microsoft.com/office/officeart/2005/8/layout/orgChart1"/>
    <dgm:cxn modelId="{5C2683B8-57E2-4B2E-AE68-5427BA0E9A12}" type="presParOf" srcId="{361BC72E-A99B-43DC-B812-D512F77422AB}" destId="{83F663A4-76AA-4B8E-BFE4-A68DCFA17AA3}" srcOrd="0" destOrd="0" presId="urn:microsoft.com/office/officeart/2005/8/layout/orgChart1"/>
    <dgm:cxn modelId="{8B9A3181-4D57-4B69-A2D8-CF344EEAFC49}" type="presParOf" srcId="{361BC72E-A99B-43DC-B812-D512F77422AB}" destId="{A14964D6-34CF-4C56-B557-FD5652CF6246}" srcOrd="1" destOrd="0" presId="urn:microsoft.com/office/officeart/2005/8/layout/orgChart1"/>
    <dgm:cxn modelId="{FCC47C1F-B80E-487C-8391-53A07A09F9BD}" type="presParOf" srcId="{1A88DDE6-22F9-4766-9ABB-C55C756F90E4}" destId="{78904A0E-CB33-4303-B801-44FE92677A5A}" srcOrd="1" destOrd="0" presId="urn:microsoft.com/office/officeart/2005/8/layout/orgChart1"/>
    <dgm:cxn modelId="{F812D7F3-2FD7-4B7F-9C48-8EBC8A1B878F}" type="presParOf" srcId="{78904A0E-CB33-4303-B801-44FE92677A5A}" destId="{05DAEE80-A07A-4FBD-8905-17F42F1C6596}" srcOrd="0" destOrd="0" presId="urn:microsoft.com/office/officeart/2005/8/layout/orgChart1"/>
    <dgm:cxn modelId="{DA34A016-32B6-408B-B0CB-87E56AF8A284}" type="presParOf" srcId="{78904A0E-CB33-4303-B801-44FE92677A5A}" destId="{DE59F9EF-CD2F-4CCE-A874-B73BF7AFD3C7}" srcOrd="1" destOrd="0" presId="urn:microsoft.com/office/officeart/2005/8/layout/orgChart1"/>
    <dgm:cxn modelId="{EFE259D3-573E-49D1-8311-F23CA3ED109C}" type="presParOf" srcId="{DE59F9EF-CD2F-4CCE-A874-B73BF7AFD3C7}" destId="{514DD904-CCD7-4A5C-B966-9A558F37E276}" srcOrd="0" destOrd="0" presId="urn:microsoft.com/office/officeart/2005/8/layout/orgChart1"/>
    <dgm:cxn modelId="{17105FEF-4689-4B69-B5F9-5FB59E1103A0}" type="presParOf" srcId="{514DD904-CCD7-4A5C-B966-9A558F37E276}" destId="{D91796BE-9CA8-4F20-8046-1EF181E64BB8}" srcOrd="0" destOrd="0" presId="urn:microsoft.com/office/officeart/2005/8/layout/orgChart1"/>
    <dgm:cxn modelId="{24441C4D-3E71-4D7C-9E4B-A4A98BFB162F}" type="presParOf" srcId="{514DD904-CCD7-4A5C-B966-9A558F37E276}" destId="{EF16A33E-B601-40B9-9AC4-05E8B1D4F701}" srcOrd="1" destOrd="0" presId="urn:microsoft.com/office/officeart/2005/8/layout/orgChart1"/>
    <dgm:cxn modelId="{8EF72343-0ED6-46EE-8D14-65A3BA6C0208}" type="presParOf" srcId="{DE59F9EF-CD2F-4CCE-A874-B73BF7AFD3C7}" destId="{A9DF8F53-9F0A-41CC-B17C-0D746750503F}" srcOrd="1" destOrd="0" presId="urn:microsoft.com/office/officeart/2005/8/layout/orgChart1"/>
    <dgm:cxn modelId="{8F8066F0-CE3D-4776-BF49-72486BB46868}" type="presParOf" srcId="{DE59F9EF-CD2F-4CCE-A874-B73BF7AFD3C7}" destId="{E6093248-14D3-4CA0-982B-2366AE8D537B}" srcOrd="2" destOrd="0" presId="urn:microsoft.com/office/officeart/2005/8/layout/orgChart1"/>
    <dgm:cxn modelId="{E4017E84-B5CE-483B-A6EB-6DADE450A075}" type="presParOf" srcId="{78904A0E-CB33-4303-B801-44FE92677A5A}" destId="{57AA2994-3F09-4286-BBEA-43E8CD804921}" srcOrd="2" destOrd="0" presId="urn:microsoft.com/office/officeart/2005/8/layout/orgChart1"/>
    <dgm:cxn modelId="{DF96FF2B-CF74-4395-956E-03F419C52669}" type="presParOf" srcId="{78904A0E-CB33-4303-B801-44FE92677A5A}" destId="{DC718F1D-67D2-46D4-8DD0-00B1F6EB4458}" srcOrd="3" destOrd="0" presId="urn:microsoft.com/office/officeart/2005/8/layout/orgChart1"/>
    <dgm:cxn modelId="{F6E670BA-C943-488E-8F2A-5CEC038A244A}" type="presParOf" srcId="{DC718F1D-67D2-46D4-8DD0-00B1F6EB4458}" destId="{56EFC9D6-EF93-468D-85DD-BEE948A3BB5E}" srcOrd="0" destOrd="0" presId="urn:microsoft.com/office/officeart/2005/8/layout/orgChart1"/>
    <dgm:cxn modelId="{DE7CFBD6-7070-4C6A-9CB8-C58D6F0B711C}" type="presParOf" srcId="{56EFC9D6-EF93-468D-85DD-BEE948A3BB5E}" destId="{9F530809-91A1-410F-ADE0-101AB7D754D9}" srcOrd="0" destOrd="0" presId="urn:microsoft.com/office/officeart/2005/8/layout/orgChart1"/>
    <dgm:cxn modelId="{3D7671D8-882C-44A4-ADF5-593E1B6036A2}" type="presParOf" srcId="{56EFC9D6-EF93-468D-85DD-BEE948A3BB5E}" destId="{4F6837BA-739E-4F1E-996C-270A88281833}" srcOrd="1" destOrd="0" presId="urn:microsoft.com/office/officeart/2005/8/layout/orgChart1"/>
    <dgm:cxn modelId="{1F280314-647C-44C5-B780-8555A228B9D7}" type="presParOf" srcId="{DC718F1D-67D2-46D4-8DD0-00B1F6EB4458}" destId="{EC74758E-4174-4044-9B0A-CCC0BEB8726E}" srcOrd="1" destOrd="0" presId="urn:microsoft.com/office/officeart/2005/8/layout/orgChart1"/>
    <dgm:cxn modelId="{DAFC5B5C-2D0B-4D0B-BC9E-5D62148D482F}" type="presParOf" srcId="{DC718F1D-67D2-46D4-8DD0-00B1F6EB4458}" destId="{C3FA3F12-ABCE-417B-916B-9B93680E48EF}" srcOrd="2" destOrd="0" presId="urn:microsoft.com/office/officeart/2005/8/layout/orgChart1"/>
    <dgm:cxn modelId="{386F7375-ABDE-4CE2-BE9C-44187989CEB7}" type="presParOf" srcId="{78904A0E-CB33-4303-B801-44FE92677A5A}" destId="{13B0EA44-1B61-4781-BFB6-AC64D88073EC}" srcOrd="4" destOrd="0" presId="urn:microsoft.com/office/officeart/2005/8/layout/orgChart1"/>
    <dgm:cxn modelId="{7520691A-184A-41EC-B938-85151B557BA8}" type="presParOf" srcId="{78904A0E-CB33-4303-B801-44FE92677A5A}" destId="{1D0502D4-2A04-45D4-9383-0B98BD23B9F7}" srcOrd="5" destOrd="0" presId="urn:microsoft.com/office/officeart/2005/8/layout/orgChart1"/>
    <dgm:cxn modelId="{A4187008-8EE1-4CD7-B4DD-91A78D31FCFB}" type="presParOf" srcId="{1D0502D4-2A04-45D4-9383-0B98BD23B9F7}" destId="{2B2409E3-3680-4C55-9CBF-D69F2B226514}" srcOrd="0" destOrd="0" presId="urn:microsoft.com/office/officeart/2005/8/layout/orgChart1"/>
    <dgm:cxn modelId="{ACF1407D-9EB6-482E-9280-812D3EB170CD}" type="presParOf" srcId="{2B2409E3-3680-4C55-9CBF-D69F2B226514}" destId="{015028EF-E766-4118-AB33-C1C68819DFD2}" srcOrd="0" destOrd="0" presId="urn:microsoft.com/office/officeart/2005/8/layout/orgChart1"/>
    <dgm:cxn modelId="{A3B32C5F-13AF-437E-97E0-1ADF3E5455FA}" type="presParOf" srcId="{2B2409E3-3680-4C55-9CBF-D69F2B226514}" destId="{BED8171A-F1F1-41C9-8891-2DDF88689D85}" srcOrd="1" destOrd="0" presId="urn:microsoft.com/office/officeart/2005/8/layout/orgChart1"/>
    <dgm:cxn modelId="{C25F296B-5351-47EB-B501-91D14BB997B7}" type="presParOf" srcId="{1D0502D4-2A04-45D4-9383-0B98BD23B9F7}" destId="{69BD94EC-F8E3-4CDD-B5EA-D9BCD454A257}" srcOrd="1" destOrd="0" presId="urn:microsoft.com/office/officeart/2005/8/layout/orgChart1"/>
    <dgm:cxn modelId="{C5934C2B-3C15-4910-9610-03DA8C85E419}" type="presParOf" srcId="{1D0502D4-2A04-45D4-9383-0B98BD23B9F7}" destId="{60E61186-E2E4-496F-9BCF-580FE403103C}" srcOrd="2" destOrd="0" presId="urn:microsoft.com/office/officeart/2005/8/layout/orgChart1"/>
    <dgm:cxn modelId="{F9CACF35-A4D6-49D8-A43B-E0D88DE2FACD}" type="presParOf" srcId="{1A88DDE6-22F9-4766-9ABB-C55C756F90E4}" destId="{A5DF8768-2564-470E-B9E2-7246138C33F0}" srcOrd="2" destOrd="0" presId="urn:microsoft.com/office/officeart/2005/8/layout/orgChart1"/>
    <dgm:cxn modelId="{508C27F9-C858-4219-BBDE-04D2C05B2B6F}" type="presParOf" srcId="{A5DF8768-2564-470E-B9E2-7246138C33F0}" destId="{2C16260B-F3DB-4AB1-9560-4D29DAE89A1F}" srcOrd="0" destOrd="0" presId="urn:microsoft.com/office/officeart/2005/8/layout/orgChart1"/>
    <dgm:cxn modelId="{F6DA327F-7BBD-4010-AA7D-BEC639972E95}" type="presParOf" srcId="{A5DF8768-2564-470E-B9E2-7246138C33F0}" destId="{89EC5EC7-5168-467F-BF8A-AC2E015758E8}" srcOrd="1" destOrd="0" presId="urn:microsoft.com/office/officeart/2005/8/layout/orgChart1"/>
    <dgm:cxn modelId="{89987A52-5DED-4C47-9336-7DACF19D11B6}" type="presParOf" srcId="{89EC5EC7-5168-467F-BF8A-AC2E015758E8}" destId="{77BDF04A-D66F-4948-B9B3-44C1BAF453CF}" srcOrd="0" destOrd="0" presId="urn:microsoft.com/office/officeart/2005/8/layout/orgChart1"/>
    <dgm:cxn modelId="{3C08038E-3D2D-4EBE-B83E-DB9EC80B8F34}" type="presParOf" srcId="{77BDF04A-D66F-4948-B9B3-44C1BAF453CF}" destId="{2E4279E9-A291-45D2-BC73-63F95AABFADB}" srcOrd="0" destOrd="0" presId="urn:microsoft.com/office/officeart/2005/8/layout/orgChart1"/>
    <dgm:cxn modelId="{D5D1F33B-7A08-45A0-B556-F280E1E41EDA}" type="presParOf" srcId="{77BDF04A-D66F-4948-B9B3-44C1BAF453CF}" destId="{D1492C9E-52E6-40A8-AC8B-DE5D301F6970}" srcOrd="1" destOrd="0" presId="urn:microsoft.com/office/officeart/2005/8/layout/orgChart1"/>
    <dgm:cxn modelId="{84474F34-E8FA-48A2-B9D0-2E67C9A503D7}" type="presParOf" srcId="{89EC5EC7-5168-467F-BF8A-AC2E015758E8}" destId="{CE58F757-CAD1-45DC-BC1A-C7B6FA456FA9}" srcOrd="1" destOrd="0" presId="urn:microsoft.com/office/officeart/2005/8/layout/orgChart1"/>
    <dgm:cxn modelId="{E4BACE89-4A90-49E8-BBB7-A00EBC0032F1}" type="presParOf" srcId="{89EC5EC7-5168-467F-BF8A-AC2E015758E8}" destId="{64CE4CB8-6B91-45BC-929A-68EC6989D78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E7C131F-FA65-4FF4-B6C1-4F4D7AAF4854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FC241C-D8BD-4850-A36A-117A5DDD80E4}">
      <dgm:prSet phldrT="[Text]" phldr="1"/>
      <dgm:spPr/>
      <dgm:t>
        <a:bodyPr/>
        <a:lstStyle/>
        <a:p>
          <a:endParaRPr lang="en-US"/>
        </a:p>
      </dgm:t>
    </dgm:pt>
    <dgm:pt modelId="{2C3678BE-F8D5-4C61-8201-FF5461C77EC7}" type="parTrans" cxnId="{754F110D-6F33-4D7C-B73C-42C4BC4B5F66}">
      <dgm:prSet/>
      <dgm:spPr/>
      <dgm:t>
        <a:bodyPr/>
        <a:lstStyle/>
        <a:p>
          <a:endParaRPr lang="en-US"/>
        </a:p>
      </dgm:t>
    </dgm:pt>
    <dgm:pt modelId="{0D43DC25-BD21-4823-BD16-4FF841E9D04A}" type="sibTrans" cxnId="{754F110D-6F33-4D7C-B73C-42C4BC4B5F66}">
      <dgm:prSet/>
      <dgm:spPr/>
      <dgm:t>
        <a:bodyPr/>
        <a:lstStyle/>
        <a:p>
          <a:endParaRPr lang="en-US"/>
        </a:p>
      </dgm:t>
    </dgm:pt>
    <dgm:pt modelId="{48760789-91BD-4425-88C3-79E9CD069629}">
      <dgm:prSet phldrT="[Text]"/>
      <dgm:spPr/>
      <dgm:t>
        <a:bodyPr/>
        <a:lstStyle/>
        <a:p>
          <a:r>
            <a:rPr lang="en-US" dirty="0" smtClean="0"/>
            <a:t>Developed world focusing on industrial goods</a:t>
          </a:r>
          <a:endParaRPr lang="en-US" dirty="0"/>
        </a:p>
      </dgm:t>
    </dgm:pt>
    <dgm:pt modelId="{D64D7AFD-CDA9-4A89-817D-BBD065F83DE7}" type="parTrans" cxnId="{F2707386-61AD-44DC-9C2C-2D4A3394D0B3}">
      <dgm:prSet/>
      <dgm:spPr/>
      <dgm:t>
        <a:bodyPr/>
        <a:lstStyle/>
        <a:p>
          <a:endParaRPr lang="en-US"/>
        </a:p>
      </dgm:t>
    </dgm:pt>
    <dgm:pt modelId="{6B5C7123-F922-4CFE-8515-38F9616268CA}" type="sibTrans" cxnId="{F2707386-61AD-44DC-9C2C-2D4A3394D0B3}">
      <dgm:prSet/>
      <dgm:spPr/>
      <dgm:t>
        <a:bodyPr/>
        <a:lstStyle/>
        <a:p>
          <a:endParaRPr lang="en-US"/>
        </a:p>
      </dgm:t>
    </dgm:pt>
    <dgm:pt modelId="{14BAEC39-BDD2-49D5-AF7E-2EC1823A6343}">
      <dgm:prSet phldrT="[Text]"/>
      <dgm:spPr/>
      <dgm:t>
        <a:bodyPr/>
        <a:lstStyle/>
        <a:p>
          <a:r>
            <a:rPr lang="en-US" dirty="0" smtClean="0"/>
            <a:t>Developing world on </a:t>
          </a:r>
          <a:r>
            <a:rPr lang="en-US" dirty="0" err="1" smtClean="0"/>
            <a:t>agri</a:t>
          </a:r>
          <a:r>
            <a:rPr lang="en-US" dirty="0" smtClean="0"/>
            <a:t>/primary goods</a:t>
          </a:r>
          <a:endParaRPr lang="en-US" dirty="0"/>
        </a:p>
      </dgm:t>
    </dgm:pt>
    <dgm:pt modelId="{AF911AA9-1A66-4C38-BD83-3A1C6CFA1A74}" type="parTrans" cxnId="{D453670D-8E07-4D9E-81EA-B8D5DF23289A}">
      <dgm:prSet/>
      <dgm:spPr/>
      <dgm:t>
        <a:bodyPr/>
        <a:lstStyle/>
        <a:p>
          <a:endParaRPr lang="en-US"/>
        </a:p>
      </dgm:t>
    </dgm:pt>
    <dgm:pt modelId="{C34A015B-61E9-4131-B32C-E39559512938}" type="sibTrans" cxnId="{D453670D-8E07-4D9E-81EA-B8D5DF23289A}">
      <dgm:prSet/>
      <dgm:spPr/>
      <dgm:t>
        <a:bodyPr/>
        <a:lstStyle/>
        <a:p>
          <a:endParaRPr lang="en-US"/>
        </a:p>
      </dgm:t>
    </dgm:pt>
    <dgm:pt modelId="{80EB4850-C18C-4083-97BD-F5A8BF85A989}">
      <dgm:prSet phldrT="[Text]" phldr="1"/>
      <dgm:spPr/>
      <dgm:t>
        <a:bodyPr/>
        <a:lstStyle/>
        <a:p>
          <a:endParaRPr lang="en-US"/>
        </a:p>
      </dgm:t>
    </dgm:pt>
    <dgm:pt modelId="{0199B637-F5F7-4B2F-901C-FDF7C3A0153C}" type="parTrans" cxnId="{600A1E97-1EA4-42B7-A181-1C78229439D6}">
      <dgm:prSet/>
      <dgm:spPr/>
      <dgm:t>
        <a:bodyPr/>
        <a:lstStyle/>
        <a:p>
          <a:endParaRPr lang="en-US"/>
        </a:p>
      </dgm:t>
    </dgm:pt>
    <dgm:pt modelId="{2E2CB59A-3C71-4D59-8AA6-A62507FE4536}" type="sibTrans" cxnId="{600A1E97-1EA4-42B7-A181-1C78229439D6}">
      <dgm:prSet/>
      <dgm:spPr/>
      <dgm:t>
        <a:bodyPr/>
        <a:lstStyle/>
        <a:p>
          <a:endParaRPr lang="en-US"/>
        </a:p>
      </dgm:t>
    </dgm:pt>
    <dgm:pt modelId="{32BA4B18-744B-4832-B4CF-D1663EF51CD4}">
      <dgm:prSet phldrT="[Text]"/>
      <dgm:spPr/>
      <dgm:t>
        <a:bodyPr/>
        <a:lstStyle/>
        <a:p>
          <a:r>
            <a:rPr lang="en-US" dirty="0" smtClean="0"/>
            <a:t>Income elasticity of industry goods much higher than primary goods. So developed world benefitted more and dictate the terms accordingly.</a:t>
          </a:r>
          <a:endParaRPr lang="en-US" dirty="0"/>
        </a:p>
      </dgm:t>
    </dgm:pt>
    <dgm:pt modelId="{5AEEAB85-4B00-4875-BD4E-130C39E43225}" type="parTrans" cxnId="{DCCE3DB8-5CDC-429A-915B-232885C5DD3B}">
      <dgm:prSet/>
      <dgm:spPr/>
      <dgm:t>
        <a:bodyPr/>
        <a:lstStyle/>
        <a:p>
          <a:endParaRPr lang="en-US"/>
        </a:p>
      </dgm:t>
    </dgm:pt>
    <dgm:pt modelId="{55C4D1F0-33A6-46A4-B178-35A9CC4E61C0}" type="sibTrans" cxnId="{DCCE3DB8-5CDC-429A-915B-232885C5DD3B}">
      <dgm:prSet/>
      <dgm:spPr/>
      <dgm:t>
        <a:bodyPr/>
        <a:lstStyle/>
        <a:p>
          <a:endParaRPr lang="en-US"/>
        </a:p>
      </dgm:t>
    </dgm:pt>
    <dgm:pt modelId="{D46F5AD7-3FF4-4BAD-974B-3D92C55017D4}">
      <dgm:prSet phldrT="[Text]" phldr="1"/>
      <dgm:spPr/>
      <dgm:t>
        <a:bodyPr/>
        <a:lstStyle/>
        <a:p>
          <a:endParaRPr lang="en-US"/>
        </a:p>
      </dgm:t>
    </dgm:pt>
    <dgm:pt modelId="{6ED41DC0-AF32-42CD-83DE-A324CB5B77E5}" type="parTrans" cxnId="{BE891FDE-B840-4AC6-A8E0-1522A81CC0CB}">
      <dgm:prSet/>
      <dgm:spPr/>
      <dgm:t>
        <a:bodyPr/>
        <a:lstStyle/>
        <a:p>
          <a:endParaRPr lang="en-US"/>
        </a:p>
      </dgm:t>
    </dgm:pt>
    <dgm:pt modelId="{224C8388-8723-4A9C-815E-242FC2CDC26C}" type="sibTrans" cxnId="{BE891FDE-B840-4AC6-A8E0-1522A81CC0CB}">
      <dgm:prSet/>
      <dgm:spPr/>
      <dgm:t>
        <a:bodyPr/>
        <a:lstStyle/>
        <a:p>
          <a:endParaRPr lang="en-US"/>
        </a:p>
      </dgm:t>
    </dgm:pt>
    <dgm:pt modelId="{41DA82E1-91E7-473A-BE51-710A0822BD92}">
      <dgm:prSet phldrT="[Text]"/>
      <dgm:spPr/>
      <dgm:t>
        <a:bodyPr/>
        <a:lstStyle/>
        <a:p>
          <a:r>
            <a:rPr lang="en-US" dirty="0" smtClean="0"/>
            <a:t>Higher wages for better productivity gain</a:t>
          </a:r>
          <a:endParaRPr lang="en-US" dirty="0"/>
        </a:p>
      </dgm:t>
    </dgm:pt>
    <dgm:pt modelId="{CA5F9706-FC6D-4484-AEED-FE4EED7FF20A}" type="parTrans" cxnId="{A47DF50A-BBD5-488F-9D60-CA5C74AC40C5}">
      <dgm:prSet/>
      <dgm:spPr/>
      <dgm:t>
        <a:bodyPr/>
        <a:lstStyle/>
        <a:p>
          <a:endParaRPr lang="en-US"/>
        </a:p>
      </dgm:t>
    </dgm:pt>
    <dgm:pt modelId="{992DA1C9-3514-45ED-A7B4-EE760DB3ABE2}" type="sibTrans" cxnId="{A47DF50A-BBD5-488F-9D60-CA5C74AC40C5}">
      <dgm:prSet/>
      <dgm:spPr/>
      <dgm:t>
        <a:bodyPr/>
        <a:lstStyle/>
        <a:p>
          <a:endParaRPr lang="en-US"/>
        </a:p>
      </dgm:t>
    </dgm:pt>
    <dgm:pt modelId="{A9ADB8AB-BC1B-40C0-A2C1-BF5593F20C5A}">
      <dgm:prSet phldrT="[Text]"/>
      <dgm:spPr/>
      <dgm:t>
        <a:bodyPr/>
        <a:lstStyle/>
        <a:p>
          <a:r>
            <a:rPr lang="en-US" dirty="0" smtClean="0"/>
            <a:t>‘Paradox of plenty’ in the case of </a:t>
          </a:r>
          <a:r>
            <a:rPr lang="en-US" dirty="0" err="1" smtClean="0"/>
            <a:t>agri</a:t>
          </a:r>
          <a:r>
            <a:rPr lang="en-US" dirty="0" smtClean="0"/>
            <a:t> goods.</a:t>
          </a:r>
          <a:endParaRPr lang="en-US" dirty="0"/>
        </a:p>
      </dgm:t>
    </dgm:pt>
    <dgm:pt modelId="{4A0A1BA7-4B78-4843-BCB1-366610C04147}" type="parTrans" cxnId="{79005FDB-1863-4B6E-8EAD-67CB44D4BD8F}">
      <dgm:prSet/>
      <dgm:spPr/>
      <dgm:t>
        <a:bodyPr/>
        <a:lstStyle/>
        <a:p>
          <a:endParaRPr lang="en-US"/>
        </a:p>
      </dgm:t>
    </dgm:pt>
    <dgm:pt modelId="{406A9422-8D1B-4179-96C1-2FFA4F636433}" type="sibTrans" cxnId="{79005FDB-1863-4B6E-8EAD-67CB44D4BD8F}">
      <dgm:prSet/>
      <dgm:spPr/>
      <dgm:t>
        <a:bodyPr/>
        <a:lstStyle/>
        <a:p>
          <a:endParaRPr lang="en-US"/>
        </a:p>
      </dgm:t>
    </dgm:pt>
    <dgm:pt modelId="{8ED12FB6-1C78-4A40-8F0E-902FB0A91AEE}" type="pres">
      <dgm:prSet presAssocID="{0E7C131F-FA65-4FF4-B6C1-4F4D7AAF4854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D334D56B-06B7-4AD2-912B-44CD51DD7553}" type="pres">
      <dgm:prSet presAssocID="{6CFC241C-D8BD-4850-A36A-117A5DDD80E4}" presName="composite" presStyleCnt="0"/>
      <dgm:spPr/>
    </dgm:pt>
    <dgm:pt modelId="{A5DE4642-FF50-4BF0-A6F7-63EF69229EC5}" type="pres">
      <dgm:prSet presAssocID="{6CFC241C-D8BD-4850-A36A-117A5DDD80E4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AB009F6-40E4-4F15-AC01-6364ED695154}" type="pres">
      <dgm:prSet presAssocID="{6CFC241C-D8BD-4850-A36A-117A5DDD80E4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D57372-30DD-46FE-9262-AF45A3D1468B}" type="pres">
      <dgm:prSet presAssocID="{0D43DC25-BD21-4823-BD16-4FF841E9D04A}" presName="sp" presStyleCnt="0"/>
      <dgm:spPr/>
    </dgm:pt>
    <dgm:pt modelId="{12334115-1237-4C99-9FE8-787F92BCA87E}" type="pres">
      <dgm:prSet presAssocID="{80EB4850-C18C-4083-97BD-F5A8BF85A989}" presName="composite" presStyleCnt="0"/>
      <dgm:spPr/>
    </dgm:pt>
    <dgm:pt modelId="{F918D16C-2E45-45F9-9AF7-D4EB349EAA83}" type="pres">
      <dgm:prSet presAssocID="{80EB4850-C18C-4083-97BD-F5A8BF85A989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2A8F5C4-C5FD-46F7-813E-DB3E3F517BB5}" type="pres">
      <dgm:prSet presAssocID="{80EB4850-C18C-4083-97BD-F5A8BF85A989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DD4F1-52FB-4DD1-A4F5-F5FDB2B82A86}" type="pres">
      <dgm:prSet presAssocID="{2E2CB59A-3C71-4D59-8AA6-A62507FE4536}" presName="sp" presStyleCnt="0"/>
      <dgm:spPr/>
    </dgm:pt>
    <dgm:pt modelId="{4D198C6F-9D36-44C9-AFC1-2312301D12F2}" type="pres">
      <dgm:prSet presAssocID="{D46F5AD7-3FF4-4BAD-974B-3D92C55017D4}" presName="composite" presStyleCnt="0"/>
      <dgm:spPr/>
    </dgm:pt>
    <dgm:pt modelId="{32DE0292-11E2-4C48-BDF2-5801631FF2BF}" type="pres">
      <dgm:prSet presAssocID="{D46F5AD7-3FF4-4BAD-974B-3D92C55017D4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8A9C9F3-40E5-4901-BAE6-723429CD04EF}" type="pres">
      <dgm:prSet presAssocID="{D46F5AD7-3FF4-4BAD-974B-3D92C55017D4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7498043-5F4A-41BF-85B8-DDC1C2C65A1B}" type="presOf" srcId="{14BAEC39-BDD2-49D5-AF7E-2EC1823A6343}" destId="{AAB009F6-40E4-4F15-AC01-6364ED695154}" srcOrd="0" destOrd="1" presId="urn:microsoft.com/office/officeart/2005/8/layout/chevron2"/>
    <dgm:cxn modelId="{6D281804-D4A7-4A56-93F6-CA5BEA7CD6C0}" type="presOf" srcId="{0E7C131F-FA65-4FF4-B6C1-4F4D7AAF4854}" destId="{8ED12FB6-1C78-4A40-8F0E-902FB0A91AEE}" srcOrd="0" destOrd="0" presId="urn:microsoft.com/office/officeart/2005/8/layout/chevron2"/>
    <dgm:cxn modelId="{BE891FDE-B840-4AC6-A8E0-1522A81CC0CB}" srcId="{0E7C131F-FA65-4FF4-B6C1-4F4D7AAF4854}" destId="{D46F5AD7-3FF4-4BAD-974B-3D92C55017D4}" srcOrd="2" destOrd="0" parTransId="{6ED41DC0-AF32-42CD-83DE-A324CB5B77E5}" sibTransId="{224C8388-8723-4A9C-815E-242FC2CDC26C}"/>
    <dgm:cxn modelId="{D5EEF05B-5567-45F4-8A22-A53F9EF81621}" type="presOf" srcId="{41DA82E1-91E7-473A-BE51-710A0822BD92}" destId="{48A9C9F3-40E5-4901-BAE6-723429CD04EF}" srcOrd="0" destOrd="0" presId="urn:microsoft.com/office/officeart/2005/8/layout/chevron2"/>
    <dgm:cxn modelId="{2DECC74B-2E08-41C1-A417-8B2DF35622FC}" type="presOf" srcId="{48760789-91BD-4425-88C3-79E9CD069629}" destId="{AAB009F6-40E4-4F15-AC01-6364ED695154}" srcOrd="0" destOrd="0" presId="urn:microsoft.com/office/officeart/2005/8/layout/chevron2"/>
    <dgm:cxn modelId="{BF1CDE6B-C424-49FB-9A9F-5742FD9E0E12}" type="presOf" srcId="{32BA4B18-744B-4832-B4CF-D1663EF51CD4}" destId="{52A8F5C4-C5FD-46F7-813E-DB3E3F517BB5}" srcOrd="0" destOrd="0" presId="urn:microsoft.com/office/officeart/2005/8/layout/chevron2"/>
    <dgm:cxn modelId="{3E4681FF-18B0-42DD-9620-AB711DD4E439}" type="presOf" srcId="{80EB4850-C18C-4083-97BD-F5A8BF85A989}" destId="{F918D16C-2E45-45F9-9AF7-D4EB349EAA83}" srcOrd="0" destOrd="0" presId="urn:microsoft.com/office/officeart/2005/8/layout/chevron2"/>
    <dgm:cxn modelId="{CC25545D-E63C-499A-9A0D-DDC54F5DBFD4}" type="presOf" srcId="{A9ADB8AB-BC1B-40C0-A2C1-BF5593F20C5A}" destId="{48A9C9F3-40E5-4901-BAE6-723429CD04EF}" srcOrd="0" destOrd="1" presId="urn:microsoft.com/office/officeart/2005/8/layout/chevron2"/>
    <dgm:cxn modelId="{D453670D-8E07-4D9E-81EA-B8D5DF23289A}" srcId="{6CFC241C-D8BD-4850-A36A-117A5DDD80E4}" destId="{14BAEC39-BDD2-49D5-AF7E-2EC1823A6343}" srcOrd="1" destOrd="0" parTransId="{AF911AA9-1A66-4C38-BD83-3A1C6CFA1A74}" sibTransId="{C34A015B-61E9-4131-B32C-E39559512938}"/>
    <dgm:cxn modelId="{87B7C49C-0DAD-4B6F-9A51-00A6915F0317}" type="presOf" srcId="{6CFC241C-D8BD-4850-A36A-117A5DDD80E4}" destId="{A5DE4642-FF50-4BF0-A6F7-63EF69229EC5}" srcOrd="0" destOrd="0" presId="urn:microsoft.com/office/officeart/2005/8/layout/chevron2"/>
    <dgm:cxn modelId="{DCCE3DB8-5CDC-429A-915B-232885C5DD3B}" srcId="{80EB4850-C18C-4083-97BD-F5A8BF85A989}" destId="{32BA4B18-744B-4832-B4CF-D1663EF51CD4}" srcOrd="0" destOrd="0" parTransId="{5AEEAB85-4B00-4875-BD4E-130C39E43225}" sibTransId="{55C4D1F0-33A6-46A4-B178-35A9CC4E61C0}"/>
    <dgm:cxn modelId="{79005FDB-1863-4B6E-8EAD-67CB44D4BD8F}" srcId="{D46F5AD7-3FF4-4BAD-974B-3D92C55017D4}" destId="{A9ADB8AB-BC1B-40C0-A2C1-BF5593F20C5A}" srcOrd="1" destOrd="0" parTransId="{4A0A1BA7-4B78-4843-BCB1-366610C04147}" sibTransId="{406A9422-8D1B-4179-96C1-2FFA4F636433}"/>
    <dgm:cxn modelId="{754F110D-6F33-4D7C-B73C-42C4BC4B5F66}" srcId="{0E7C131F-FA65-4FF4-B6C1-4F4D7AAF4854}" destId="{6CFC241C-D8BD-4850-A36A-117A5DDD80E4}" srcOrd="0" destOrd="0" parTransId="{2C3678BE-F8D5-4C61-8201-FF5461C77EC7}" sibTransId="{0D43DC25-BD21-4823-BD16-4FF841E9D04A}"/>
    <dgm:cxn modelId="{600A1E97-1EA4-42B7-A181-1C78229439D6}" srcId="{0E7C131F-FA65-4FF4-B6C1-4F4D7AAF4854}" destId="{80EB4850-C18C-4083-97BD-F5A8BF85A989}" srcOrd="1" destOrd="0" parTransId="{0199B637-F5F7-4B2F-901C-FDF7C3A0153C}" sibTransId="{2E2CB59A-3C71-4D59-8AA6-A62507FE4536}"/>
    <dgm:cxn modelId="{BA571BB8-E68A-4141-A33B-68244A3E8FB5}" type="presOf" srcId="{D46F5AD7-3FF4-4BAD-974B-3D92C55017D4}" destId="{32DE0292-11E2-4C48-BDF2-5801631FF2BF}" srcOrd="0" destOrd="0" presId="urn:microsoft.com/office/officeart/2005/8/layout/chevron2"/>
    <dgm:cxn modelId="{A47DF50A-BBD5-488F-9D60-CA5C74AC40C5}" srcId="{D46F5AD7-3FF4-4BAD-974B-3D92C55017D4}" destId="{41DA82E1-91E7-473A-BE51-710A0822BD92}" srcOrd="0" destOrd="0" parTransId="{CA5F9706-FC6D-4484-AEED-FE4EED7FF20A}" sibTransId="{992DA1C9-3514-45ED-A7B4-EE760DB3ABE2}"/>
    <dgm:cxn modelId="{F2707386-61AD-44DC-9C2C-2D4A3394D0B3}" srcId="{6CFC241C-D8BD-4850-A36A-117A5DDD80E4}" destId="{48760789-91BD-4425-88C3-79E9CD069629}" srcOrd="0" destOrd="0" parTransId="{D64D7AFD-CDA9-4A89-817D-BBD065F83DE7}" sibTransId="{6B5C7123-F922-4CFE-8515-38F9616268CA}"/>
    <dgm:cxn modelId="{6EA6F638-68E9-4AF3-8797-77D35FBF09C4}" type="presParOf" srcId="{8ED12FB6-1C78-4A40-8F0E-902FB0A91AEE}" destId="{D334D56B-06B7-4AD2-912B-44CD51DD7553}" srcOrd="0" destOrd="0" presId="urn:microsoft.com/office/officeart/2005/8/layout/chevron2"/>
    <dgm:cxn modelId="{847388E6-DD16-4747-8CCC-AAC79ED6B4BC}" type="presParOf" srcId="{D334D56B-06B7-4AD2-912B-44CD51DD7553}" destId="{A5DE4642-FF50-4BF0-A6F7-63EF69229EC5}" srcOrd="0" destOrd="0" presId="urn:microsoft.com/office/officeart/2005/8/layout/chevron2"/>
    <dgm:cxn modelId="{CE976F9F-289C-461D-ABA7-6BF3411E36BE}" type="presParOf" srcId="{D334D56B-06B7-4AD2-912B-44CD51DD7553}" destId="{AAB009F6-40E4-4F15-AC01-6364ED695154}" srcOrd="1" destOrd="0" presId="urn:microsoft.com/office/officeart/2005/8/layout/chevron2"/>
    <dgm:cxn modelId="{ABEADF82-0D3A-48E3-BE5F-0C3FFFAB7147}" type="presParOf" srcId="{8ED12FB6-1C78-4A40-8F0E-902FB0A91AEE}" destId="{94D57372-30DD-46FE-9262-AF45A3D1468B}" srcOrd="1" destOrd="0" presId="urn:microsoft.com/office/officeart/2005/8/layout/chevron2"/>
    <dgm:cxn modelId="{76106B3B-DAF5-47AC-B924-6B395AC00599}" type="presParOf" srcId="{8ED12FB6-1C78-4A40-8F0E-902FB0A91AEE}" destId="{12334115-1237-4C99-9FE8-787F92BCA87E}" srcOrd="2" destOrd="0" presId="urn:microsoft.com/office/officeart/2005/8/layout/chevron2"/>
    <dgm:cxn modelId="{57F9AE02-90F4-4E0A-9B69-94E82446B699}" type="presParOf" srcId="{12334115-1237-4C99-9FE8-787F92BCA87E}" destId="{F918D16C-2E45-45F9-9AF7-D4EB349EAA83}" srcOrd="0" destOrd="0" presId="urn:microsoft.com/office/officeart/2005/8/layout/chevron2"/>
    <dgm:cxn modelId="{FEEEE043-6C7D-40CD-B4A7-04A5D79E1DAF}" type="presParOf" srcId="{12334115-1237-4C99-9FE8-787F92BCA87E}" destId="{52A8F5C4-C5FD-46F7-813E-DB3E3F517BB5}" srcOrd="1" destOrd="0" presId="urn:microsoft.com/office/officeart/2005/8/layout/chevron2"/>
    <dgm:cxn modelId="{1C03C9B3-32C7-49F5-9E4B-E72C96DB1D8F}" type="presParOf" srcId="{8ED12FB6-1C78-4A40-8F0E-902FB0A91AEE}" destId="{4B7DD4F1-52FB-4DD1-A4F5-F5FDB2B82A86}" srcOrd="3" destOrd="0" presId="urn:microsoft.com/office/officeart/2005/8/layout/chevron2"/>
    <dgm:cxn modelId="{F53EAD07-8AB3-4300-8BDA-9F1D909FBC21}" type="presParOf" srcId="{8ED12FB6-1C78-4A40-8F0E-902FB0A91AEE}" destId="{4D198C6F-9D36-44C9-AFC1-2312301D12F2}" srcOrd="4" destOrd="0" presId="urn:microsoft.com/office/officeart/2005/8/layout/chevron2"/>
    <dgm:cxn modelId="{B7D602DF-3C05-4A2D-B870-0A6C51FB11C6}" type="presParOf" srcId="{4D198C6F-9D36-44C9-AFC1-2312301D12F2}" destId="{32DE0292-11E2-4C48-BDF2-5801631FF2BF}" srcOrd="0" destOrd="0" presId="urn:microsoft.com/office/officeart/2005/8/layout/chevron2"/>
    <dgm:cxn modelId="{30E8A6F3-95E6-490F-9A80-2935E78BF2AD}" type="presParOf" srcId="{4D198C6F-9D36-44C9-AFC1-2312301D12F2}" destId="{48A9C9F3-40E5-4901-BAE6-723429CD04E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05A174E-C3CF-4B32-A9FE-999F7641DC99}">
      <dsp:nvSpPr>
        <dsp:cNvPr id="0" name=""/>
        <dsp:cNvSpPr/>
      </dsp:nvSpPr>
      <dsp:spPr>
        <a:xfrm>
          <a:off x="3939441" y="3108959"/>
          <a:ext cx="2258568" cy="14630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Why Invention of new products happened in advanced economies</a:t>
          </a:r>
          <a:endParaRPr lang="en-US" sz="1200" kern="1200" dirty="0"/>
        </a:p>
      </dsp:txBody>
      <dsp:txXfrm>
        <a:off x="4617012" y="3474719"/>
        <a:ext cx="1580997" cy="1097280"/>
      </dsp:txXfrm>
    </dsp:sp>
    <dsp:sp modelId="{A4DF3F9A-3CBD-423A-9427-FBDA17455C3D}">
      <dsp:nvSpPr>
        <dsp:cNvPr id="0" name=""/>
        <dsp:cNvSpPr/>
      </dsp:nvSpPr>
      <dsp:spPr>
        <a:xfrm>
          <a:off x="254409" y="3108959"/>
          <a:ext cx="2258568" cy="14630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Why China exports footwear  and textiles</a:t>
          </a:r>
          <a:endParaRPr lang="en-US" sz="1200" kern="1200" dirty="0"/>
        </a:p>
      </dsp:txBody>
      <dsp:txXfrm>
        <a:off x="254409" y="3474719"/>
        <a:ext cx="1580997" cy="1097280"/>
      </dsp:txXfrm>
    </dsp:sp>
    <dsp:sp modelId="{D9B2AF07-0650-4AB0-8FD8-B1CF28A1BB65}">
      <dsp:nvSpPr>
        <dsp:cNvPr id="0" name=""/>
        <dsp:cNvSpPr/>
      </dsp:nvSpPr>
      <dsp:spPr>
        <a:xfrm>
          <a:off x="3939441" y="0"/>
          <a:ext cx="2258568" cy="14630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/>
            <a:t>Why Japan export automobiles and consumer electronics, Switzerland exports chemicals and pharmaceuticals</a:t>
          </a:r>
          <a:endParaRPr lang="en-US" sz="1200" b="1" kern="1200" dirty="0"/>
        </a:p>
      </dsp:txBody>
      <dsp:txXfrm>
        <a:off x="4617012" y="0"/>
        <a:ext cx="1580997" cy="1097280"/>
      </dsp:txXfrm>
    </dsp:sp>
    <dsp:sp modelId="{62ACF123-9A40-4079-B984-AE0185450772}">
      <dsp:nvSpPr>
        <dsp:cNvPr id="0" name=""/>
        <dsp:cNvSpPr/>
      </dsp:nvSpPr>
      <dsp:spPr>
        <a:xfrm>
          <a:off x="202790" y="0"/>
          <a:ext cx="2361807" cy="14630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/>
            <a:t>Why Ghana exports coco, Brazil exports coffee China exports crawfish</a:t>
          </a:r>
          <a:endParaRPr lang="en-US" sz="1200" b="1" kern="1200" dirty="0"/>
        </a:p>
      </dsp:txBody>
      <dsp:txXfrm>
        <a:off x="202790" y="0"/>
        <a:ext cx="1653265" cy="1097280"/>
      </dsp:txXfrm>
    </dsp:sp>
    <dsp:sp modelId="{20519323-8F7F-4E5F-896C-30511A7EED20}">
      <dsp:nvSpPr>
        <dsp:cNvPr id="0" name=""/>
        <dsp:cNvSpPr/>
      </dsp:nvSpPr>
      <dsp:spPr>
        <a:xfrm>
          <a:off x="1175003" y="260603"/>
          <a:ext cx="1979676" cy="197967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Absolute cost advantage (climate and natural resource endowment)</a:t>
          </a:r>
          <a:endParaRPr lang="en-US" sz="1300" kern="1200" dirty="0"/>
        </a:p>
      </dsp:txBody>
      <dsp:txXfrm>
        <a:off x="1175003" y="260603"/>
        <a:ext cx="1979676" cy="1979676"/>
      </dsp:txXfrm>
    </dsp:sp>
    <dsp:sp modelId="{4A0F0E60-0C87-409E-99AF-D5AFC4E0EBCB}">
      <dsp:nvSpPr>
        <dsp:cNvPr id="0" name=""/>
        <dsp:cNvSpPr/>
      </dsp:nvSpPr>
      <dsp:spPr>
        <a:xfrm rot="5400000">
          <a:off x="3246120" y="260603"/>
          <a:ext cx="1979676" cy="197967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Comparative cost advantage (labor productivity)</a:t>
          </a:r>
          <a:endParaRPr lang="en-US" sz="1300" kern="1200" dirty="0"/>
        </a:p>
      </dsp:txBody>
      <dsp:txXfrm rot="5400000">
        <a:off x="3246120" y="260603"/>
        <a:ext cx="1979676" cy="1979676"/>
      </dsp:txXfrm>
    </dsp:sp>
    <dsp:sp modelId="{6715E059-672B-4E99-9C17-3FFCC5796DC1}">
      <dsp:nvSpPr>
        <dsp:cNvPr id="0" name=""/>
        <dsp:cNvSpPr/>
      </dsp:nvSpPr>
      <dsp:spPr>
        <a:xfrm rot="10800000">
          <a:off x="3246120" y="2331719"/>
          <a:ext cx="1979676" cy="197967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Stages in product life cycle (introduction, growth, maturity and decline)</a:t>
          </a:r>
          <a:endParaRPr lang="en-US" sz="1300" kern="1200" dirty="0"/>
        </a:p>
      </dsp:txBody>
      <dsp:txXfrm rot="10800000">
        <a:off x="3246120" y="2331719"/>
        <a:ext cx="1979676" cy="1979676"/>
      </dsp:txXfrm>
    </dsp:sp>
    <dsp:sp modelId="{7563B07C-5ACA-4C77-BC24-17A6D5EEE8CD}">
      <dsp:nvSpPr>
        <dsp:cNvPr id="0" name=""/>
        <dsp:cNvSpPr/>
      </dsp:nvSpPr>
      <dsp:spPr>
        <a:xfrm rot="16200000">
          <a:off x="1175003" y="2331719"/>
          <a:ext cx="1979676" cy="1979676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Factor endowment theory (land, labor and capital) </a:t>
          </a:r>
          <a:endParaRPr lang="en-US" sz="1300" kern="1200" dirty="0"/>
        </a:p>
      </dsp:txBody>
      <dsp:txXfrm rot="16200000">
        <a:off x="1175003" y="2331719"/>
        <a:ext cx="1979676" cy="1979676"/>
      </dsp:txXfrm>
    </dsp:sp>
    <dsp:sp modelId="{F8C86E1D-6924-4DCA-B968-E7570DF9A418}">
      <dsp:nvSpPr>
        <dsp:cNvPr id="0" name=""/>
        <dsp:cNvSpPr/>
      </dsp:nvSpPr>
      <dsp:spPr>
        <a:xfrm>
          <a:off x="2858643" y="1874520"/>
          <a:ext cx="683514" cy="59436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0DCEB-97FD-4DA3-8B95-9BDF02BDE2BF}">
      <dsp:nvSpPr>
        <dsp:cNvPr id="0" name=""/>
        <dsp:cNvSpPr/>
      </dsp:nvSpPr>
      <dsp:spPr>
        <a:xfrm rot="10800000">
          <a:off x="2858643" y="2103119"/>
          <a:ext cx="683514" cy="59436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BAE96C7-E703-45D0-BB4D-0F55E21A72F6}">
      <dsp:nvSpPr>
        <dsp:cNvPr id="0" name=""/>
        <dsp:cNvSpPr/>
      </dsp:nvSpPr>
      <dsp:spPr>
        <a:xfrm>
          <a:off x="1512371" y="0"/>
          <a:ext cx="4525963" cy="452596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4E3DC-F1C1-47B2-81C9-5B376ABC4FFC}">
      <dsp:nvSpPr>
        <dsp:cNvPr id="0" name=""/>
        <dsp:cNvSpPr/>
      </dsp:nvSpPr>
      <dsp:spPr>
        <a:xfrm>
          <a:off x="3775352" y="454221"/>
          <a:ext cx="2941875" cy="91226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Increase our wealth and treasure by foreign trade, where in we must ever observe this rule: sell more to strangers than we consume of theirs in value</a:t>
          </a:r>
          <a:endParaRPr lang="en-US" sz="1200" b="1" kern="1200" dirty="0"/>
        </a:p>
      </dsp:txBody>
      <dsp:txXfrm>
        <a:off x="3775352" y="454221"/>
        <a:ext cx="2941875" cy="912264"/>
      </dsp:txXfrm>
    </dsp:sp>
    <dsp:sp modelId="{CDDD5391-9E82-4A94-A746-FE508F445081}">
      <dsp:nvSpPr>
        <dsp:cNvPr id="0" name=""/>
        <dsp:cNvSpPr/>
      </dsp:nvSpPr>
      <dsp:spPr>
        <a:xfrm>
          <a:off x="3775352" y="1480518"/>
          <a:ext cx="2941875" cy="145089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1. </a:t>
          </a:r>
          <a:r>
            <a:rPr lang="en-US" sz="1200" b="1" kern="1200" dirty="0" smtClean="0"/>
            <a:t>Zero sum game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2. Short run balance of trade (David Hume’s argument)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3. Overlooks other factors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4. Creates restrictive trade environment</a:t>
          </a:r>
          <a:endParaRPr lang="en-US" sz="1200" b="1" kern="1200" dirty="0"/>
        </a:p>
      </dsp:txBody>
      <dsp:txXfrm>
        <a:off x="3775352" y="1480518"/>
        <a:ext cx="2941875" cy="1450892"/>
      </dsp:txXfrm>
    </dsp:sp>
    <dsp:sp modelId="{6CBB0329-7268-4672-A34E-AD39D7F2EBEA}">
      <dsp:nvSpPr>
        <dsp:cNvPr id="0" name=""/>
        <dsp:cNvSpPr/>
      </dsp:nvSpPr>
      <dsp:spPr>
        <a:xfrm>
          <a:off x="3775352" y="3045444"/>
          <a:ext cx="2941875" cy="91226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Neo mercantilism; Japan which equate political power with economic power and economic power with trade surplus</a:t>
          </a:r>
          <a:endParaRPr lang="en-US" sz="1200" b="1" kern="1200" dirty="0"/>
        </a:p>
      </dsp:txBody>
      <dsp:txXfrm>
        <a:off x="3775352" y="3045444"/>
        <a:ext cx="2941875" cy="912264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E0DDBC0-9F3F-4FE1-8559-8C2E80683C3E}">
      <dsp:nvSpPr>
        <dsp:cNvPr id="0" name=""/>
        <dsp:cNvSpPr/>
      </dsp:nvSpPr>
      <dsp:spPr>
        <a:xfrm rot="5400000">
          <a:off x="-245635" y="24608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Absolute cost advantage</a:t>
          </a:r>
          <a:endParaRPr lang="en-US" sz="1600" kern="1200" dirty="0"/>
        </a:p>
      </dsp:txBody>
      <dsp:txXfrm rot="5400000">
        <a:off x="-245635" y="246082"/>
        <a:ext cx="1637567" cy="1146297"/>
      </dsp:txXfrm>
    </dsp:sp>
    <dsp:sp modelId="{2978192D-0721-4E15-AE5A-77836B63174A}">
      <dsp:nvSpPr>
        <dsp:cNvPr id="0" name=""/>
        <dsp:cNvSpPr/>
      </dsp:nvSpPr>
      <dsp:spPr>
        <a:xfrm rot="5400000">
          <a:off x="4155739" y="-30089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‘Ability of country to produce a good more efficiently and cost effectively than any other country’. 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Trade will happen between countries with absolute cost advantage in different products.</a:t>
          </a:r>
          <a:endParaRPr lang="en-US" sz="1600" kern="1200" dirty="0"/>
        </a:p>
      </dsp:txBody>
      <dsp:txXfrm rot="5400000">
        <a:off x="4155739" y="-3008994"/>
        <a:ext cx="1064418" cy="7083302"/>
      </dsp:txXfrm>
    </dsp:sp>
    <dsp:sp modelId="{076A952B-64B0-4EFC-B64E-8B1D2BB11C22}">
      <dsp:nvSpPr>
        <dsp:cNvPr id="0" name=""/>
        <dsp:cNvSpPr/>
      </dsp:nvSpPr>
      <dsp:spPr>
        <a:xfrm rot="5400000">
          <a:off x="-245635" y="168983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Cost Advantage</a:t>
          </a:r>
          <a:endParaRPr lang="en-US" sz="1600" kern="1200" dirty="0"/>
        </a:p>
      </dsp:txBody>
      <dsp:txXfrm rot="5400000">
        <a:off x="-245635" y="1689832"/>
        <a:ext cx="1637567" cy="1146297"/>
      </dsp:txXfrm>
    </dsp:sp>
    <dsp:sp modelId="{2A807216-5F3F-46BD-A9DF-FE4C08B46D2B}">
      <dsp:nvSpPr>
        <dsp:cNvPr id="0" name=""/>
        <dsp:cNvSpPr/>
      </dsp:nvSpPr>
      <dsp:spPr>
        <a:xfrm rot="5400000">
          <a:off x="4155739" y="-156524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Natural: petroleum in Saudi Arabia, aluminum ore in Jamaica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Acquired: Through specialization, Auto mobiles technology of Japan</a:t>
          </a:r>
          <a:endParaRPr lang="en-US" sz="1600" kern="1200" dirty="0"/>
        </a:p>
      </dsp:txBody>
      <dsp:txXfrm rot="5400000">
        <a:off x="4155739" y="-1565244"/>
        <a:ext cx="1064418" cy="7083302"/>
      </dsp:txXfrm>
    </dsp:sp>
    <dsp:sp modelId="{26C83757-E677-4D5F-A4FD-B4206EED9B52}">
      <dsp:nvSpPr>
        <dsp:cNvPr id="0" name=""/>
        <dsp:cNvSpPr/>
      </dsp:nvSpPr>
      <dsp:spPr>
        <a:xfrm rot="5400000">
          <a:off x="-245635" y="313358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Benefits</a:t>
          </a:r>
          <a:endParaRPr lang="en-US" sz="1600" kern="1200" dirty="0"/>
        </a:p>
      </dsp:txBody>
      <dsp:txXfrm rot="5400000">
        <a:off x="-245635" y="3133582"/>
        <a:ext cx="1637567" cy="1146297"/>
      </dsp:txXfrm>
    </dsp:sp>
    <dsp:sp modelId="{6AED3573-E555-4B5E-A127-4A3BAF9AD42C}">
      <dsp:nvSpPr>
        <dsp:cNvPr id="0" name=""/>
        <dsp:cNvSpPr/>
      </dsp:nvSpPr>
      <dsp:spPr>
        <a:xfrm rot="5400000">
          <a:off x="4155739" y="-1214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Production impact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Consumption impact</a:t>
          </a:r>
          <a:endParaRPr lang="en-US" sz="1600" kern="1200" dirty="0"/>
        </a:p>
      </dsp:txBody>
      <dsp:txXfrm rot="5400000">
        <a:off x="4155739" y="-121494"/>
        <a:ext cx="1064418" cy="7083302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1E9BD95-D669-4FB1-8F02-9A0E70ABF091}">
      <dsp:nvSpPr>
        <dsp:cNvPr id="0" name=""/>
        <dsp:cNvSpPr/>
      </dsp:nvSpPr>
      <dsp:spPr>
        <a:xfrm>
          <a:off x="0" y="3406931"/>
          <a:ext cx="8229600" cy="11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Criticism</a:t>
          </a:r>
          <a:endParaRPr lang="en-US" sz="2100" kern="1200" dirty="0"/>
        </a:p>
      </dsp:txBody>
      <dsp:txXfrm>
        <a:off x="0" y="3406931"/>
        <a:ext cx="8229600" cy="603844"/>
      </dsp:txXfrm>
    </dsp:sp>
    <dsp:sp modelId="{22887740-3CAF-4CEA-AC50-CFE57DC10C6D}">
      <dsp:nvSpPr>
        <dsp:cNvPr id="0" name=""/>
        <dsp:cNvSpPr/>
      </dsp:nvSpPr>
      <dsp:spPr>
        <a:xfrm>
          <a:off x="0" y="3988412"/>
          <a:ext cx="4114799" cy="5143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Immobile resources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Diminishing returns</a:t>
          </a:r>
          <a:endParaRPr lang="en-US" sz="1400" kern="1200" dirty="0"/>
        </a:p>
      </dsp:txBody>
      <dsp:txXfrm>
        <a:off x="0" y="3988412"/>
        <a:ext cx="4114799" cy="514386"/>
      </dsp:txXfrm>
    </dsp:sp>
    <dsp:sp modelId="{AD046014-2016-4A7C-87BB-ED72EB8B0728}">
      <dsp:nvSpPr>
        <dsp:cNvPr id="0" name=""/>
        <dsp:cNvSpPr/>
      </dsp:nvSpPr>
      <dsp:spPr>
        <a:xfrm>
          <a:off x="4114800" y="3988412"/>
          <a:ext cx="4114799" cy="5143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Samuelson critique</a:t>
          </a:r>
          <a:endParaRPr lang="en-US" sz="1400" kern="1200" dirty="0"/>
        </a:p>
      </dsp:txBody>
      <dsp:txXfrm>
        <a:off x="4114800" y="3988412"/>
        <a:ext cx="4114799" cy="514386"/>
      </dsp:txXfrm>
    </dsp:sp>
    <dsp:sp modelId="{643AA636-75DB-4DEF-A4C3-7C3C36145E95}">
      <dsp:nvSpPr>
        <dsp:cNvPr id="0" name=""/>
        <dsp:cNvSpPr/>
      </dsp:nvSpPr>
      <dsp:spPr>
        <a:xfrm rot="10800000">
          <a:off x="0" y="1703865"/>
          <a:ext cx="8229600" cy="17198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Focus</a:t>
          </a:r>
          <a:endParaRPr lang="en-US" sz="2100" kern="1200" dirty="0"/>
        </a:p>
      </dsp:txBody>
      <dsp:txXfrm>
        <a:off x="0" y="1703865"/>
        <a:ext cx="8229600" cy="603663"/>
      </dsp:txXfrm>
    </dsp:sp>
    <dsp:sp modelId="{FEC32D9F-B391-489C-9D9F-545538092F2B}">
      <dsp:nvSpPr>
        <dsp:cNvPr id="0" name=""/>
        <dsp:cNvSpPr/>
      </dsp:nvSpPr>
      <dsp:spPr>
        <a:xfrm>
          <a:off x="0" y="2307529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Labour</a:t>
          </a:r>
          <a:r>
            <a:rPr lang="en-US" sz="1400" kern="1200" dirty="0" smtClean="0"/>
            <a:t> productivity</a:t>
          </a:r>
          <a:endParaRPr lang="en-US" sz="1400" kern="1200" dirty="0"/>
        </a:p>
      </dsp:txBody>
      <dsp:txXfrm>
        <a:off x="0" y="2307529"/>
        <a:ext cx="4114799" cy="514231"/>
      </dsp:txXfrm>
    </dsp:sp>
    <dsp:sp modelId="{57F36DCA-907B-440D-8BE3-47800083440E}">
      <dsp:nvSpPr>
        <dsp:cNvPr id="0" name=""/>
        <dsp:cNvSpPr/>
      </dsp:nvSpPr>
      <dsp:spPr>
        <a:xfrm>
          <a:off x="4114800" y="2307529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Both production and consumption impact</a:t>
          </a:r>
          <a:endParaRPr lang="en-US" sz="1400" kern="1200" dirty="0"/>
        </a:p>
      </dsp:txBody>
      <dsp:txXfrm>
        <a:off x="4114800" y="2307529"/>
        <a:ext cx="4114799" cy="514231"/>
      </dsp:txXfrm>
    </dsp:sp>
    <dsp:sp modelId="{023696AF-A89B-4ABB-B575-5920CA2CF8AC}">
      <dsp:nvSpPr>
        <dsp:cNvPr id="0" name=""/>
        <dsp:cNvSpPr/>
      </dsp:nvSpPr>
      <dsp:spPr>
        <a:xfrm rot="10800000">
          <a:off x="0" y="799"/>
          <a:ext cx="8229600" cy="17198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Comparative cost advantage</a:t>
          </a:r>
          <a:endParaRPr lang="en-US" sz="2100" kern="1200" dirty="0"/>
        </a:p>
      </dsp:txBody>
      <dsp:txXfrm>
        <a:off x="0" y="799"/>
        <a:ext cx="8229600" cy="603663"/>
      </dsp:txXfrm>
    </dsp:sp>
    <dsp:sp modelId="{A69FCE7C-F6F8-4D75-A855-B3AFC34F846B}">
      <dsp:nvSpPr>
        <dsp:cNvPr id="0" name=""/>
        <dsp:cNvSpPr/>
      </dsp:nvSpPr>
      <dsp:spPr>
        <a:xfrm>
          <a:off x="0" y="604463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Producing a product in a country more efficiently than other products</a:t>
          </a:r>
          <a:endParaRPr lang="en-US" sz="1400" kern="1200" dirty="0"/>
        </a:p>
      </dsp:txBody>
      <dsp:txXfrm>
        <a:off x="0" y="604463"/>
        <a:ext cx="4114799" cy="514231"/>
      </dsp:txXfrm>
    </dsp:sp>
    <dsp:sp modelId="{E1444FDD-922C-4AA0-BB38-55BE7FFCB2A1}">
      <dsp:nvSpPr>
        <dsp:cNvPr id="0" name=""/>
        <dsp:cNvSpPr/>
      </dsp:nvSpPr>
      <dsp:spPr>
        <a:xfrm>
          <a:off x="4114800" y="604463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Export products with comparative cost advantage and imports less cost-efficient products.</a:t>
          </a:r>
          <a:endParaRPr lang="en-US" sz="1400" kern="1200" dirty="0"/>
        </a:p>
      </dsp:txBody>
      <dsp:txXfrm>
        <a:off x="4114800" y="604463"/>
        <a:ext cx="4114799" cy="514231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17D0EC1-6515-47BC-A73C-FD42E76704BD}">
      <dsp:nvSpPr>
        <dsp:cNvPr id="0" name=""/>
        <dsp:cNvSpPr/>
      </dsp:nvSpPr>
      <dsp:spPr>
        <a:xfrm>
          <a:off x="0" y="0"/>
          <a:ext cx="4525963" cy="452596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E2877-B7CC-4773-9360-1E943415A294}">
      <dsp:nvSpPr>
        <dsp:cNvPr id="0" name=""/>
        <dsp:cNvSpPr/>
      </dsp:nvSpPr>
      <dsp:spPr>
        <a:xfrm>
          <a:off x="2262981" y="0"/>
          <a:ext cx="5966618" cy="45259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How the gains could be divided</a:t>
          </a:r>
          <a:endParaRPr lang="en-US" sz="2100" kern="1200" dirty="0"/>
        </a:p>
      </dsp:txBody>
      <dsp:txXfrm>
        <a:off x="2262981" y="0"/>
        <a:ext cx="2983309" cy="1357791"/>
      </dsp:txXfrm>
    </dsp:sp>
    <dsp:sp modelId="{D0B74958-8CED-4FF7-B71B-B134760F4194}">
      <dsp:nvSpPr>
        <dsp:cNvPr id="0" name=""/>
        <dsp:cNvSpPr/>
      </dsp:nvSpPr>
      <dsp:spPr>
        <a:xfrm>
          <a:off x="792044" y="1357791"/>
          <a:ext cx="2941873" cy="294187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6E4E4-FB4C-4F30-9340-DFA23E8D018A}">
      <dsp:nvSpPr>
        <dsp:cNvPr id="0" name=""/>
        <dsp:cNvSpPr/>
      </dsp:nvSpPr>
      <dsp:spPr>
        <a:xfrm>
          <a:off x="2262981" y="1357791"/>
          <a:ext cx="5966618" cy="29418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Relative strength of demand for imports</a:t>
          </a:r>
          <a:endParaRPr lang="en-US" sz="2100" kern="1200" dirty="0"/>
        </a:p>
      </dsp:txBody>
      <dsp:txXfrm>
        <a:off x="2262981" y="1357791"/>
        <a:ext cx="2983309" cy="1357787"/>
      </dsp:txXfrm>
    </dsp:sp>
    <dsp:sp modelId="{7D6BDF9E-6D26-4239-8392-7AD6DD347BC3}">
      <dsp:nvSpPr>
        <dsp:cNvPr id="0" name=""/>
        <dsp:cNvSpPr/>
      </dsp:nvSpPr>
      <dsp:spPr>
        <a:xfrm>
          <a:off x="1584087" y="2715579"/>
          <a:ext cx="1357787" cy="135778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AB4FB-A108-4DBE-AD9E-235B015C88A3}">
      <dsp:nvSpPr>
        <dsp:cNvPr id="0" name=""/>
        <dsp:cNvSpPr/>
      </dsp:nvSpPr>
      <dsp:spPr>
        <a:xfrm>
          <a:off x="2262981" y="2715579"/>
          <a:ext cx="5966618" cy="13577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Price equilibrium ( International demand equation or law of international values)</a:t>
          </a:r>
          <a:endParaRPr lang="en-US" sz="2100" kern="1200" dirty="0"/>
        </a:p>
      </dsp:txBody>
      <dsp:txXfrm>
        <a:off x="2262981" y="2715579"/>
        <a:ext cx="2983309" cy="1357787"/>
      </dsp:txXfrm>
    </dsp:sp>
    <dsp:sp modelId="{3D3BB6AE-3A07-4287-9855-DDC8E632238B}">
      <dsp:nvSpPr>
        <dsp:cNvPr id="0" name=""/>
        <dsp:cNvSpPr/>
      </dsp:nvSpPr>
      <dsp:spPr>
        <a:xfrm>
          <a:off x="5246290" y="0"/>
          <a:ext cx="2983309" cy="135779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The terms of trade depends upon the demand for imported products by countries</a:t>
          </a:r>
          <a:endParaRPr lang="en-US" sz="1700" kern="1200" dirty="0"/>
        </a:p>
      </dsp:txBody>
      <dsp:txXfrm>
        <a:off x="5246290" y="0"/>
        <a:ext cx="2983309" cy="1357791"/>
      </dsp:txXfrm>
    </dsp:sp>
    <dsp:sp modelId="{D595A236-32B3-4CE3-82E1-D8492B6BE416}">
      <dsp:nvSpPr>
        <dsp:cNvPr id="0" name=""/>
        <dsp:cNvSpPr/>
      </dsp:nvSpPr>
      <dsp:spPr>
        <a:xfrm>
          <a:off x="5246290" y="1357791"/>
          <a:ext cx="2983309" cy="135778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Inclinations and circumstances of the consumers on both sides</a:t>
          </a:r>
          <a:endParaRPr lang="en-US" sz="1700" kern="1200" dirty="0"/>
        </a:p>
      </dsp:txBody>
      <dsp:txXfrm>
        <a:off x="5246290" y="1357791"/>
        <a:ext cx="2983309" cy="1357787"/>
      </dsp:txXfrm>
    </dsp:sp>
    <dsp:sp modelId="{FAA329D6-C9AA-450B-94D2-17D0AAFC36D3}">
      <dsp:nvSpPr>
        <dsp:cNvPr id="0" name=""/>
        <dsp:cNvSpPr/>
      </dsp:nvSpPr>
      <dsp:spPr>
        <a:xfrm>
          <a:off x="5246290" y="2715579"/>
          <a:ext cx="2983309" cy="135778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The quantities required by each country of the articles which it exports to neighbor exactly sufficient to pay for its imports.</a:t>
          </a:r>
          <a:endParaRPr lang="en-US" sz="1700" kern="1200" dirty="0"/>
        </a:p>
      </dsp:txBody>
      <dsp:txXfrm>
        <a:off x="5246290" y="2715579"/>
        <a:ext cx="2983309" cy="1357787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A5126AD-A8FD-41EE-85C0-343E5186EFEC}">
      <dsp:nvSpPr>
        <dsp:cNvPr id="0" name=""/>
        <dsp:cNvSpPr/>
      </dsp:nvSpPr>
      <dsp:spPr>
        <a:xfrm>
          <a:off x="3083005" y="2461550"/>
          <a:ext cx="2063588" cy="2063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Criticisms</a:t>
          </a:r>
          <a:endParaRPr lang="en-US" sz="2800" kern="1200" dirty="0"/>
        </a:p>
      </dsp:txBody>
      <dsp:txXfrm>
        <a:off x="3083005" y="2461550"/>
        <a:ext cx="2063588" cy="2063588"/>
      </dsp:txXfrm>
    </dsp:sp>
    <dsp:sp modelId="{212C793D-8D90-434B-95B3-F6323390BFBE}">
      <dsp:nvSpPr>
        <dsp:cNvPr id="0" name=""/>
        <dsp:cNvSpPr/>
      </dsp:nvSpPr>
      <dsp:spPr>
        <a:xfrm rot="12900000">
          <a:off x="1752980" y="2100207"/>
          <a:ext cx="1584352" cy="58812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4975D-F2F7-4A14-8019-D39E2DBAC7F1}">
      <dsp:nvSpPr>
        <dsp:cNvPr id="0" name=""/>
        <dsp:cNvSpPr/>
      </dsp:nvSpPr>
      <dsp:spPr>
        <a:xfrm>
          <a:off x="916039" y="1155731"/>
          <a:ext cx="1960408" cy="1568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Constant labor cost, homogeneity of labor, perfect internal mobility and external immobility </a:t>
          </a:r>
          <a:endParaRPr lang="en-US" sz="1600" kern="1200" dirty="0"/>
        </a:p>
      </dsp:txBody>
      <dsp:txXfrm>
        <a:off x="916039" y="1155731"/>
        <a:ext cx="1960408" cy="1568327"/>
      </dsp:txXfrm>
    </dsp:sp>
    <dsp:sp modelId="{F5DC5144-0F54-4968-82D5-92B82E41133C}">
      <dsp:nvSpPr>
        <dsp:cNvPr id="0" name=""/>
        <dsp:cNvSpPr/>
      </dsp:nvSpPr>
      <dsp:spPr>
        <a:xfrm rot="16186428">
          <a:off x="3350817" y="1322862"/>
          <a:ext cx="1513149" cy="58812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19EE4-992E-450D-9067-A469311DAB5B}">
      <dsp:nvSpPr>
        <dsp:cNvPr id="0" name=""/>
        <dsp:cNvSpPr/>
      </dsp:nvSpPr>
      <dsp:spPr>
        <a:xfrm>
          <a:off x="3124200" y="76191"/>
          <a:ext cx="1960408" cy="1568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Free trade, barter as the basis, two countries trading in two commodities</a:t>
          </a:r>
          <a:endParaRPr lang="en-US" sz="1600" kern="1200" dirty="0"/>
        </a:p>
      </dsp:txBody>
      <dsp:txXfrm>
        <a:off x="3124200" y="76191"/>
        <a:ext cx="1960408" cy="1568327"/>
      </dsp:txXfrm>
    </dsp:sp>
    <dsp:sp modelId="{07AFCF86-9669-49D8-A12E-C2A403F300AF}">
      <dsp:nvSpPr>
        <dsp:cNvPr id="0" name=""/>
        <dsp:cNvSpPr/>
      </dsp:nvSpPr>
      <dsp:spPr>
        <a:xfrm rot="19275540">
          <a:off x="4822337" y="2027842"/>
          <a:ext cx="1505036" cy="58812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56E86-7498-4AA6-9938-BECF0EF63613}">
      <dsp:nvSpPr>
        <dsp:cNvPr id="0" name=""/>
        <dsp:cNvSpPr/>
      </dsp:nvSpPr>
      <dsp:spPr>
        <a:xfrm>
          <a:off x="5181602" y="1066813"/>
          <a:ext cx="1960408" cy="1568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Perfect competition, no transportation cost </a:t>
          </a:r>
          <a:endParaRPr lang="en-US" sz="1600" kern="1200" dirty="0"/>
        </a:p>
      </dsp:txBody>
      <dsp:txXfrm>
        <a:off x="5181602" y="1066813"/>
        <a:ext cx="1960408" cy="1568327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3CAD4B1-6513-4F01-BED2-5EFC8E0CD893}">
      <dsp:nvSpPr>
        <dsp:cNvPr id="0" name=""/>
        <dsp:cNvSpPr/>
      </dsp:nvSpPr>
      <dsp:spPr>
        <a:xfrm>
          <a:off x="2438399" y="248"/>
          <a:ext cx="3657600" cy="96738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Opportunity cost theory</a:t>
          </a:r>
          <a:endParaRPr lang="en-US" sz="24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/>
        </a:p>
      </dsp:txBody>
      <dsp:txXfrm>
        <a:off x="2438399" y="248"/>
        <a:ext cx="3657600" cy="967382"/>
      </dsp:txXfrm>
    </dsp:sp>
    <dsp:sp modelId="{6CD21229-BD91-4BF0-B281-81DC69C30350}">
      <dsp:nvSpPr>
        <dsp:cNvPr id="0" name=""/>
        <dsp:cNvSpPr/>
      </dsp:nvSpPr>
      <dsp:spPr>
        <a:xfrm>
          <a:off x="0" y="248"/>
          <a:ext cx="2438400" cy="9673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/>
            <a:t>Heberler</a:t>
          </a:r>
          <a:endParaRPr lang="en-US" sz="2700" kern="1200" dirty="0"/>
        </a:p>
      </dsp:txBody>
      <dsp:txXfrm>
        <a:off x="0" y="248"/>
        <a:ext cx="2438400" cy="967382"/>
      </dsp:txXfrm>
    </dsp:sp>
    <dsp:sp modelId="{B1A3F8FD-5F59-4445-BE38-963022FC104C}">
      <dsp:nvSpPr>
        <dsp:cNvPr id="0" name=""/>
        <dsp:cNvSpPr/>
      </dsp:nvSpPr>
      <dsp:spPr>
        <a:xfrm>
          <a:off x="2438400" y="1064369"/>
          <a:ext cx="3657600" cy="96738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smtClean="0"/>
            <a:t>Factor endowment theorem</a:t>
          </a:r>
          <a:endParaRPr lang="en-US" sz="20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/>
        </a:p>
      </dsp:txBody>
      <dsp:txXfrm>
        <a:off x="2438400" y="1064369"/>
        <a:ext cx="3657600" cy="967382"/>
      </dsp:txXfrm>
    </dsp:sp>
    <dsp:sp modelId="{BBB71672-3674-4F3A-841C-39F6D3026F76}">
      <dsp:nvSpPr>
        <dsp:cNvPr id="0" name=""/>
        <dsp:cNvSpPr/>
      </dsp:nvSpPr>
      <dsp:spPr>
        <a:xfrm>
          <a:off x="0" y="1064369"/>
          <a:ext cx="2438400" cy="9673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/>
            <a:t>Hecksher</a:t>
          </a:r>
          <a:r>
            <a:rPr lang="en-US" sz="2700" kern="1200" dirty="0" smtClean="0"/>
            <a:t>-Ohlin</a:t>
          </a:r>
          <a:endParaRPr lang="en-US" sz="2700" kern="1200" dirty="0"/>
        </a:p>
      </dsp:txBody>
      <dsp:txXfrm>
        <a:off x="0" y="1064369"/>
        <a:ext cx="2438400" cy="967382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3DFCBB-CB59-4377-857E-F744626D388B}">
      <dsp:nvSpPr>
        <dsp:cNvPr id="0" name=""/>
        <dsp:cNvSpPr/>
      </dsp:nvSpPr>
      <dsp:spPr>
        <a:xfrm>
          <a:off x="0" y="0"/>
          <a:ext cx="6995160" cy="13577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smtClean="0"/>
            <a:t>Factor endowment</a:t>
          </a:r>
          <a:endParaRPr lang="en-US" sz="5200" kern="1200" dirty="0"/>
        </a:p>
      </dsp:txBody>
      <dsp:txXfrm>
        <a:off x="0" y="0"/>
        <a:ext cx="5609536" cy="1357788"/>
      </dsp:txXfrm>
    </dsp:sp>
    <dsp:sp modelId="{44DFE211-3D03-40C1-8754-666860340610}">
      <dsp:nvSpPr>
        <dsp:cNvPr id="0" name=""/>
        <dsp:cNvSpPr/>
      </dsp:nvSpPr>
      <dsp:spPr>
        <a:xfrm>
          <a:off x="617219" y="1584087"/>
          <a:ext cx="6995160" cy="13577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smtClean="0"/>
            <a:t>Cost difference</a:t>
          </a:r>
          <a:endParaRPr lang="en-US" sz="5200" kern="1200" dirty="0"/>
        </a:p>
      </dsp:txBody>
      <dsp:txXfrm>
        <a:off x="617219" y="1584087"/>
        <a:ext cx="5495377" cy="1357788"/>
      </dsp:txXfrm>
    </dsp:sp>
    <dsp:sp modelId="{DB2B6A74-075E-4C7E-97F6-A9A5BB6DDDB7}">
      <dsp:nvSpPr>
        <dsp:cNvPr id="0" name=""/>
        <dsp:cNvSpPr/>
      </dsp:nvSpPr>
      <dsp:spPr>
        <a:xfrm>
          <a:off x="1234439" y="3168174"/>
          <a:ext cx="6995160" cy="13577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smtClean="0"/>
            <a:t>Price difference</a:t>
          </a:r>
          <a:endParaRPr lang="en-US" sz="5200" kern="1200" dirty="0"/>
        </a:p>
      </dsp:txBody>
      <dsp:txXfrm>
        <a:off x="1234439" y="3168174"/>
        <a:ext cx="5495377" cy="1357788"/>
      </dsp:txXfrm>
    </dsp:sp>
    <dsp:sp modelId="{DC7745FC-D880-4658-92A9-7A7685280D87}">
      <dsp:nvSpPr>
        <dsp:cNvPr id="0" name=""/>
        <dsp:cNvSpPr/>
      </dsp:nvSpPr>
      <dsp:spPr>
        <a:xfrm>
          <a:off x="6112597" y="1029656"/>
          <a:ext cx="882562" cy="88256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112597" y="1029656"/>
        <a:ext cx="882562" cy="882562"/>
      </dsp:txXfrm>
    </dsp:sp>
    <dsp:sp modelId="{925B2BE0-B6E3-4730-84AA-F0EC37A4883B}">
      <dsp:nvSpPr>
        <dsp:cNvPr id="0" name=""/>
        <dsp:cNvSpPr/>
      </dsp:nvSpPr>
      <dsp:spPr>
        <a:xfrm>
          <a:off x="6729817" y="2604691"/>
          <a:ext cx="882562" cy="88256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729817" y="2604691"/>
        <a:ext cx="882562" cy="882562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E1DFE3A-8C24-42C0-AF8F-666F04137840}">
      <dsp:nvSpPr>
        <dsp:cNvPr id="0" name=""/>
        <dsp:cNvSpPr/>
      </dsp:nvSpPr>
      <dsp:spPr>
        <a:xfrm>
          <a:off x="2799365" y="50593"/>
          <a:ext cx="2630868" cy="26308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Comparative cost advantage arises from differences in  factor endowments</a:t>
          </a:r>
          <a:endParaRPr lang="en-US" sz="1600" b="1" kern="1200" dirty="0"/>
        </a:p>
      </dsp:txBody>
      <dsp:txXfrm>
        <a:off x="3102927" y="404749"/>
        <a:ext cx="2023745" cy="834794"/>
      </dsp:txXfrm>
    </dsp:sp>
    <dsp:sp modelId="{CC53EB7F-C918-4C5D-85B5-7D805039FAE2}">
      <dsp:nvSpPr>
        <dsp:cNvPr id="0" name=""/>
        <dsp:cNvSpPr/>
      </dsp:nvSpPr>
      <dsp:spPr>
        <a:xfrm>
          <a:off x="3960046" y="1213063"/>
          <a:ext cx="2630868" cy="26308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Export goods that make intensive use of locally abundant factor resources for the import of goods that make intensive use of factors locally scarce.</a:t>
          </a:r>
          <a:endParaRPr lang="en-US" sz="1200" b="1" kern="1200" dirty="0"/>
        </a:p>
      </dsp:txBody>
      <dsp:txXfrm>
        <a:off x="5376667" y="1516625"/>
        <a:ext cx="1011872" cy="2023745"/>
      </dsp:txXfrm>
    </dsp:sp>
    <dsp:sp modelId="{6D73C7F1-5158-44A0-B4B2-21E5DB627A88}">
      <dsp:nvSpPr>
        <dsp:cNvPr id="0" name=""/>
        <dsp:cNvSpPr/>
      </dsp:nvSpPr>
      <dsp:spPr>
        <a:xfrm>
          <a:off x="2799365" y="2377900"/>
          <a:ext cx="2630868" cy="26308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(</a:t>
          </a:r>
          <a:r>
            <a:rPr lang="en-US" sz="1400" b="1" kern="1200" dirty="0" err="1" smtClean="0"/>
            <a:t>Wassily</a:t>
          </a:r>
          <a:r>
            <a:rPr lang="en-US" sz="1400" b="1" kern="1200" dirty="0" smtClean="0"/>
            <a:t> ) Leontief Paradox is a challenge of the validity of this theory </a:t>
          </a:r>
          <a:endParaRPr lang="en-US" sz="1400" b="1" kern="1200" dirty="0"/>
        </a:p>
      </dsp:txBody>
      <dsp:txXfrm>
        <a:off x="3102927" y="3819819"/>
        <a:ext cx="2023745" cy="834794"/>
      </dsp:txXfrm>
    </dsp:sp>
    <dsp:sp modelId="{28328C71-F715-4BB7-A1CC-992BF5BC2652}">
      <dsp:nvSpPr>
        <dsp:cNvPr id="0" name=""/>
        <dsp:cNvSpPr/>
      </dsp:nvSpPr>
      <dsp:spPr>
        <a:xfrm>
          <a:off x="1644578" y="1192516"/>
          <a:ext cx="2630868" cy="263086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Factor endowment means extent  to which a country is endowed with factor resources</a:t>
          </a:r>
          <a:endParaRPr lang="en-US" sz="1600" b="1" kern="1200" dirty="0"/>
        </a:p>
      </dsp:txBody>
      <dsp:txXfrm>
        <a:off x="1846952" y="1496077"/>
        <a:ext cx="1011872" cy="2023745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9817599-07E7-46BD-A897-6420EB802E9A}">
      <dsp:nvSpPr>
        <dsp:cNvPr id="0" name=""/>
        <dsp:cNvSpPr/>
      </dsp:nvSpPr>
      <dsp:spPr>
        <a:xfrm>
          <a:off x="1617741" y="2209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Classical</a:t>
          </a:r>
          <a:endParaRPr lang="en-US" sz="3300" kern="1200" dirty="0"/>
        </a:p>
      </dsp:txBody>
      <dsp:txXfrm>
        <a:off x="1617741" y="2209"/>
        <a:ext cx="2333699" cy="583424"/>
      </dsp:txXfrm>
    </dsp:sp>
    <dsp:sp modelId="{88457BC4-A343-4754-B145-83ADEA2D73BA}">
      <dsp:nvSpPr>
        <dsp:cNvPr id="0" name=""/>
        <dsp:cNvSpPr/>
      </dsp:nvSpPr>
      <dsp:spPr>
        <a:xfrm rot="5400000">
          <a:off x="2733541" y="636684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E4E4B-0990-4AB4-926D-AB9CD5B7F64B}">
      <dsp:nvSpPr>
        <dsp:cNvPr id="0" name=""/>
        <dsp:cNvSpPr/>
      </dsp:nvSpPr>
      <dsp:spPr>
        <a:xfrm>
          <a:off x="1617741" y="789833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Internal trade differences from domestic trade</a:t>
          </a:r>
          <a:endParaRPr lang="en-US" sz="1500" kern="1200" dirty="0"/>
        </a:p>
      </dsp:txBody>
      <dsp:txXfrm>
        <a:off x="1617741" y="789833"/>
        <a:ext cx="2333699" cy="583424"/>
      </dsp:txXfrm>
    </dsp:sp>
    <dsp:sp modelId="{A363FAC4-9F4B-4029-85C8-2BC75BAEE7CC}">
      <dsp:nvSpPr>
        <dsp:cNvPr id="0" name=""/>
        <dsp:cNvSpPr/>
      </dsp:nvSpPr>
      <dsp:spPr>
        <a:xfrm rot="6592422">
          <a:off x="2598603" y="1414565"/>
          <a:ext cx="94312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921C7-70D0-4DE7-8804-0F97B6DC93E7}">
      <dsp:nvSpPr>
        <dsp:cNvPr id="0" name=""/>
        <dsp:cNvSpPr/>
      </dsp:nvSpPr>
      <dsp:spPr>
        <a:xfrm>
          <a:off x="1340077" y="1557972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Labor theory</a:t>
          </a:r>
          <a:endParaRPr lang="en-US" sz="1500" kern="1200" dirty="0"/>
        </a:p>
      </dsp:txBody>
      <dsp:txXfrm>
        <a:off x="1340077" y="1557972"/>
        <a:ext cx="2333699" cy="583424"/>
      </dsp:txXfrm>
    </dsp:sp>
    <dsp:sp modelId="{2540545B-BCBD-4A5D-AA38-0F392644C8D5}">
      <dsp:nvSpPr>
        <dsp:cNvPr id="0" name=""/>
        <dsp:cNvSpPr/>
      </dsp:nvSpPr>
      <dsp:spPr>
        <a:xfrm rot="4260937">
          <a:off x="2578534" y="2202189"/>
          <a:ext cx="134450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21486-6625-4692-8604-C21A700410B1}">
      <dsp:nvSpPr>
        <dsp:cNvPr id="0" name=""/>
        <dsp:cNvSpPr/>
      </dsp:nvSpPr>
      <dsp:spPr>
        <a:xfrm>
          <a:off x="1617741" y="2365080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Labor factor</a:t>
          </a:r>
          <a:endParaRPr lang="en-US" sz="1500" kern="1200" dirty="0"/>
        </a:p>
      </dsp:txBody>
      <dsp:txXfrm>
        <a:off x="1617741" y="2365080"/>
        <a:ext cx="2333699" cy="583424"/>
      </dsp:txXfrm>
    </dsp:sp>
    <dsp:sp modelId="{874D3C0C-DA14-49EB-B526-DEB42F59D351}">
      <dsp:nvSpPr>
        <dsp:cNvPr id="0" name=""/>
        <dsp:cNvSpPr/>
      </dsp:nvSpPr>
      <dsp:spPr>
        <a:xfrm rot="5400000">
          <a:off x="2733541" y="2999555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AA015-963A-4D4E-B558-B55A9F3FEB48}">
      <dsp:nvSpPr>
        <dsp:cNvPr id="0" name=""/>
        <dsp:cNvSpPr/>
      </dsp:nvSpPr>
      <dsp:spPr>
        <a:xfrm>
          <a:off x="1617741" y="3152704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Fails to explain why production cost differs</a:t>
          </a:r>
          <a:endParaRPr lang="en-US" sz="1500" kern="1200" dirty="0"/>
        </a:p>
      </dsp:txBody>
      <dsp:txXfrm>
        <a:off x="1617741" y="3152704"/>
        <a:ext cx="2333699" cy="583424"/>
      </dsp:txXfrm>
    </dsp:sp>
    <dsp:sp modelId="{4B3E0C4E-3225-48F9-A4C5-08D2A23EE651}">
      <dsp:nvSpPr>
        <dsp:cNvPr id="0" name=""/>
        <dsp:cNvSpPr/>
      </dsp:nvSpPr>
      <dsp:spPr>
        <a:xfrm rot="5400000">
          <a:off x="2733541" y="3787179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1C4DF-9C01-4DE7-BB64-F03EEA8158AD}">
      <dsp:nvSpPr>
        <dsp:cNvPr id="0" name=""/>
        <dsp:cNvSpPr/>
      </dsp:nvSpPr>
      <dsp:spPr>
        <a:xfrm>
          <a:off x="1617741" y="3940328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Difference in labor productivity</a:t>
          </a:r>
          <a:endParaRPr lang="en-US" sz="1500" kern="1200" dirty="0"/>
        </a:p>
      </dsp:txBody>
      <dsp:txXfrm>
        <a:off x="1617741" y="3940328"/>
        <a:ext cx="2333699" cy="583424"/>
      </dsp:txXfrm>
    </dsp:sp>
    <dsp:sp modelId="{7F613A22-4557-4F3E-9FC9-F2CC25ECA9CB}">
      <dsp:nvSpPr>
        <dsp:cNvPr id="0" name=""/>
        <dsp:cNvSpPr/>
      </dsp:nvSpPr>
      <dsp:spPr>
        <a:xfrm>
          <a:off x="4278158" y="2209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Modern</a:t>
          </a:r>
          <a:endParaRPr lang="en-US" sz="3300" kern="1200" dirty="0"/>
        </a:p>
      </dsp:txBody>
      <dsp:txXfrm>
        <a:off x="4278158" y="2209"/>
        <a:ext cx="2333699" cy="583424"/>
      </dsp:txXfrm>
    </dsp:sp>
    <dsp:sp modelId="{957B6133-E94D-45DA-AFED-AEEFD08B01BF}">
      <dsp:nvSpPr>
        <dsp:cNvPr id="0" name=""/>
        <dsp:cNvSpPr/>
      </dsp:nvSpPr>
      <dsp:spPr>
        <a:xfrm rot="5400000">
          <a:off x="5393959" y="636684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DDF5D-7A7E-4224-AFE0-4F3B13984B6F}">
      <dsp:nvSpPr>
        <dsp:cNvPr id="0" name=""/>
        <dsp:cNvSpPr/>
      </dsp:nvSpPr>
      <dsp:spPr>
        <a:xfrm>
          <a:off x="4278158" y="789833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Special case of domestic trade</a:t>
          </a:r>
          <a:endParaRPr lang="en-US" sz="1500" kern="1200" dirty="0"/>
        </a:p>
      </dsp:txBody>
      <dsp:txXfrm>
        <a:off x="4278158" y="789833"/>
        <a:ext cx="2333699" cy="583424"/>
      </dsp:txXfrm>
    </dsp:sp>
    <dsp:sp modelId="{596B34BE-4F4E-45FE-A1E0-F0A19F670D21}">
      <dsp:nvSpPr>
        <dsp:cNvPr id="0" name=""/>
        <dsp:cNvSpPr/>
      </dsp:nvSpPr>
      <dsp:spPr>
        <a:xfrm rot="5400000">
          <a:off x="5393959" y="1424308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96AE5-DE5E-4D78-9C8B-CC2A32908EEB}">
      <dsp:nvSpPr>
        <dsp:cNvPr id="0" name=""/>
        <dsp:cNvSpPr/>
      </dsp:nvSpPr>
      <dsp:spPr>
        <a:xfrm>
          <a:off x="4278158" y="1577457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General equilibrium</a:t>
          </a:r>
          <a:endParaRPr lang="en-US" sz="1500" kern="1200" dirty="0"/>
        </a:p>
      </dsp:txBody>
      <dsp:txXfrm>
        <a:off x="4278158" y="1577457"/>
        <a:ext cx="2333699" cy="583424"/>
      </dsp:txXfrm>
    </dsp:sp>
    <dsp:sp modelId="{41B8880E-B386-43A5-9593-9A75C9D40056}">
      <dsp:nvSpPr>
        <dsp:cNvPr id="0" name=""/>
        <dsp:cNvSpPr/>
      </dsp:nvSpPr>
      <dsp:spPr>
        <a:xfrm rot="5400000">
          <a:off x="5393959" y="2211931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C9C17-8BF4-4510-923E-15CA8798A6D3}">
      <dsp:nvSpPr>
        <dsp:cNvPr id="0" name=""/>
        <dsp:cNvSpPr/>
      </dsp:nvSpPr>
      <dsp:spPr>
        <a:xfrm>
          <a:off x="4278158" y="2365080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Labor and capital</a:t>
          </a:r>
          <a:endParaRPr lang="en-US" sz="1500" kern="1200" dirty="0"/>
        </a:p>
      </dsp:txBody>
      <dsp:txXfrm>
        <a:off x="4278158" y="2365080"/>
        <a:ext cx="2333699" cy="583424"/>
      </dsp:txXfrm>
    </dsp:sp>
    <dsp:sp modelId="{D8A9D707-330B-4943-9742-55966B58CDC1}">
      <dsp:nvSpPr>
        <dsp:cNvPr id="0" name=""/>
        <dsp:cNvSpPr/>
      </dsp:nvSpPr>
      <dsp:spPr>
        <a:xfrm rot="5400000">
          <a:off x="5393959" y="2999555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78664-F5F5-4E5F-B268-B2062CD55C2E}">
      <dsp:nvSpPr>
        <dsp:cNvPr id="0" name=""/>
        <dsp:cNvSpPr/>
      </dsp:nvSpPr>
      <dsp:spPr>
        <a:xfrm>
          <a:off x="4278158" y="3152704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 dirty="0" smtClean="0"/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Explains causes of trade</a:t>
          </a:r>
          <a:endParaRPr lang="en-US" sz="1500" kern="1200" dirty="0"/>
        </a:p>
      </dsp:txBody>
      <dsp:txXfrm>
        <a:off x="4278158" y="3152704"/>
        <a:ext cx="2333699" cy="583424"/>
      </dsp:txXfrm>
    </dsp:sp>
    <dsp:sp modelId="{CBE731C6-6280-4D99-94BC-3398531ED8F6}">
      <dsp:nvSpPr>
        <dsp:cNvPr id="0" name=""/>
        <dsp:cNvSpPr/>
      </dsp:nvSpPr>
      <dsp:spPr>
        <a:xfrm rot="5400000">
          <a:off x="5393959" y="3787179"/>
          <a:ext cx="102099" cy="10209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EAE05-AA53-4087-8DA6-6AC2F1194EF6}">
      <dsp:nvSpPr>
        <dsp:cNvPr id="0" name=""/>
        <dsp:cNvSpPr/>
      </dsp:nvSpPr>
      <dsp:spPr>
        <a:xfrm>
          <a:off x="4278158" y="3940328"/>
          <a:ext cx="2333699" cy="5834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Differences in labor and capital productivity</a:t>
          </a:r>
          <a:endParaRPr lang="en-US" sz="1500" kern="1200" dirty="0"/>
        </a:p>
      </dsp:txBody>
      <dsp:txXfrm>
        <a:off x="4278158" y="3940328"/>
        <a:ext cx="2333699" cy="583424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8B97F13-16AC-4909-BF56-B8E1E1613140}">
      <dsp:nvSpPr>
        <dsp:cNvPr id="0" name=""/>
        <dsp:cNvSpPr/>
      </dsp:nvSpPr>
      <dsp:spPr>
        <a:xfrm>
          <a:off x="0" y="1194437"/>
          <a:ext cx="8229600" cy="89323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D2303-4B09-4E48-AE7E-7EC9A864C8B1}">
      <dsp:nvSpPr>
        <dsp:cNvPr id="0" name=""/>
        <dsp:cNvSpPr/>
      </dsp:nvSpPr>
      <dsp:spPr>
        <a:xfrm>
          <a:off x="391388" y="92615"/>
          <a:ext cx="7835427" cy="13970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A. Imitation lag: Time lag between development of a product in one country and its imitation in other countr</a:t>
          </a:r>
          <a:r>
            <a:rPr lang="en-US" sz="1300" kern="1200" dirty="0" smtClean="0"/>
            <a:t>y</a:t>
          </a:r>
          <a:endParaRPr lang="en-US" sz="1300" kern="1200" dirty="0"/>
        </a:p>
      </dsp:txBody>
      <dsp:txXfrm>
        <a:off x="391388" y="92615"/>
        <a:ext cx="7835427" cy="1397022"/>
      </dsp:txXfrm>
    </dsp:sp>
    <dsp:sp modelId="{69C59FC2-BCC2-4E83-9BC4-8C1EFCA16B03}">
      <dsp:nvSpPr>
        <dsp:cNvPr id="0" name=""/>
        <dsp:cNvSpPr/>
      </dsp:nvSpPr>
      <dsp:spPr>
        <a:xfrm>
          <a:off x="0" y="3048000"/>
          <a:ext cx="8229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BA9E7-BB2B-4D49-B4FE-7CD6D97AB1B4}">
      <dsp:nvSpPr>
        <dsp:cNvPr id="0" name=""/>
        <dsp:cNvSpPr/>
      </dsp:nvSpPr>
      <dsp:spPr>
        <a:xfrm>
          <a:off x="391388" y="2195676"/>
          <a:ext cx="7835427" cy="11216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B. Demand lag: Time difference between the development of product and the demand for the same from other country </a:t>
          </a:r>
          <a:endParaRPr lang="en-US" sz="2000" kern="1200" dirty="0"/>
        </a:p>
      </dsp:txBody>
      <dsp:txXfrm>
        <a:off x="391388" y="2195676"/>
        <a:ext cx="7835427" cy="1121671"/>
      </dsp:txXfrm>
    </dsp:sp>
    <dsp:sp modelId="{C27E675A-77D1-4F99-9D4A-05C59DED4C01}">
      <dsp:nvSpPr>
        <dsp:cNvPr id="0" name=""/>
        <dsp:cNvSpPr/>
      </dsp:nvSpPr>
      <dsp:spPr>
        <a:xfrm>
          <a:off x="0" y="3929347"/>
          <a:ext cx="8229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9ABC2A-0955-4C28-B0F6-7FF5F96D7F9A}">
      <dsp:nvSpPr>
        <dsp:cNvPr id="0" name=""/>
        <dsp:cNvSpPr/>
      </dsp:nvSpPr>
      <dsp:spPr>
        <a:xfrm>
          <a:off x="411480" y="3634147"/>
          <a:ext cx="57607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If A&lt;B, there is possibility of global trade</a:t>
          </a:r>
          <a:endParaRPr lang="en-US" sz="2000" kern="1200" dirty="0"/>
        </a:p>
      </dsp:txBody>
      <dsp:txXfrm>
        <a:off x="411480" y="3634147"/>
        <a:ext cx="5760720" cy="590400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4053992-E9B2-4E2B-B459-3585F4F0BEAF}">
      <dsp:nvSpPr>
        <dsp:cNvPr id="0" name=""/>
        <dsp:cNvSpPr/>
      </dsp:nvSpPr>
      <dsp:spPr>
        <a:xfrm>
          <a:off x="0" y="0"/>
          <a:ext cx="8229600" cy="135778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Explains variations in production and consumption pattern</a:t>
          </a:r>
          <a:endParaRPr lang="en-US" sz="3800" kern="1200" dirty="0"/>
        </a:p>
      </dsp:txBody>
      <dsp:txXfrm>
        <a:off x="0" y="0"/>
        <a:ext cx="8229600" cy="1357788"/>
      </dsp:txXfrm>
    </dsp:sp>
    <dsp:sp modelId="{C3D5166C-43F9-4201-9B75-110CDDD53529}">
      <dsp:nvSpPr>
        <dsp:cNvPr id="0" name=""/>
        <dsp:cNvSpPr/>
      </dsp:nvSpPr>
      <dsp:spPr>
        <a:xfrm>
          <a:off x="0" y="1357788"/>
          <a:ext cx="2057399" cy="2851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Introduction: Advanced economies because of R&amp;D and customer nexus</a:t>
          </a:r>
          <a:endParaRPr lang="en-US" sz="2700" kern="1200" dirty="0"/>
        </a:p>
      </dsp:txBody>
      <dsp:txXfrm>
        <a:off x="0" y="1357788"/>
        <a:ext cx="2057399" cy="2851356"/>
      </dsp:txXfrm>
    </dsp:sp>
    <dsp:sp modelId="{AEF9F474-5294-432C-A299-9D6B9C95B9B8}">
      <dsp:nvSpPr>
        <dsp:cNvPr id="0" name=""/>
        <dsp:cNvSpPr/>
      </dsp:nvSpPr>
      <dsp:spPr>
        <a:xfrm>
          <a:off x="2057400" y="1357788"/>
          <a:ext cx="2057399" cy="2851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Growth: Start production locations in other developed nations</a:t>
          </a:r>
          <a:endParaRPr lang="en-US" sz="2700" kern="1200" dirty="0"/>
        </a:p>
      </dsp:txBody>
      <dsp:txXfrm>
        <a:off x="2057400" y="1357788"/>
        <a:ext cx="2057399" cy="2851356"/>
      </dsp:txXfrm>
    </dsp:sp>
    <dsp:sp modelId="{EDA5283C-2044-49C9-A6FE-8228BE3A5220}">
      <dsp:nvSpPr>
        <dsp:cNvPr id="0" name=""/>
        <dsp:cNvSpPr/>
      </dsp:nvSpPr>
      <dsp:spPr>
        <a:xfrm>
          <a:off x="4114800" y="1357788"/>
          <a:ext cx="2057399" cy="2851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Maturity: Establish operations in middle and low income countries</a:t>
          </a:r>
          <a:endParaRPr lang="en-US" sz="2700" kern="1200" dirty="0"/>
        </a:p>
      </dsp:txBody>
      <dsp:txXfrm>
        <a:off x="4114800" y="1357788"/>
        <a:ext cx="2057399" cy="2851356"/>
      </dsp:txXfrm>
    </dsp:sp>
    <dsp:sp modelId="{EB44D158-FCEA-438A-AC93-5CF334FB3F6F}">
      <dsp:nvSpPr>
        <dsp:cNvPr id="0" name=""/>
        <dsp:cNvSpPr/>
      </dsp:nvSpPr>
      <dsp:spPr>
        <a:xfrm>
          <a:off x="6172199" y="1357788"/>
          <a:ext cx="2057399" cy="2851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Decline: Production in LDCs and exports goods to innovating country</a:t>
          </a:r>
          <a:endParaRPr lang="en-US" sz="2700" kern="1200" dirty="0"/>
        </a:p>
      </dsp:txBody>
      <dsp:txXfrm>
        <a:off x="6172199" y="1357788"/>
        <a:ext cx="2057399" cy="2851356"/>
      </dsp:txXfrm>
    </dsp:sp>
    <dsp:sp modelId="{E69D88B0-79E9-428E-BD60-D4163BEC6AC4}">
      <dsp:nvSpPr>
        <dsp:cNvPr id="0" name=""/>
        <dsp:cNvSpPr/>
      </dsp:nvSpPr>
      <dsp:spPr>
        <a:xfrm>
          <a:off x="0" y="4209145"/>
          <a:ext cx="8229600" cy="3168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CCC32DC-725F-4395-8C00-488B7BD5EA3C}">
      <dsp:nvSpPr>
        <dsp:cNvPr id="0" name=""/>
        <dsp:cNvSpPr/>
      </dsp:nvSpPr>
      <dsp:spPr>
        <a:xfrm>
          <a:off x="2571" y="248589"/>
          <a:ext cx="2507456" cy="72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Competitive advantage</a:t>
          </a:r>
          <a:endParaRPr lang="en-US" sz="2000" kern="1200" dirty="0"/>
        </a:p>
      </dsp:txBody>
      <dsp:txXfrm>
        <a:off x="2571" y="248589"/>
        <a:ext cx="2507456" cy="722775"/>
      </dsp:txXfrm>
    </dsp:sp>
    <dsp:sp modelId="{363FF13B-5C3F-457D-8F7F-275FBE71F937}">
      <dsp:nvSpPr>
        <dsp:cNvPr id="0" name=""/>
        <dsp:cNvSpPr/>
      </dsp:nvSpPr>
      <dsp:spPr>
        <a:xfrm>
          <a:off x="2571" y="971364"/>
          <a:ext cx="2507456" cy="33060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Michel porter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Factor conditions, demand conditions, supporting industries and structure and rivalry</a:t>
          </a:r>
          <a:endParaRPr lang="en-US" sz="2000" kern="1200" dirty="0"/>
        </a:p>
      </dsp:txBody>
      <dsp:txXfrm>
        <a:off x="2571" y="971364"/>
        <a:ext cx="2507456" cy="3306009"/>
      </dsp:txXfrm>
    </dsp:sp>
    <dsp:sp modelId="{1F621EA1-A9D1-4CD6-952F-DE4C105CE332}">
      <dsp:nvSpPr>
        <dsp:cNvPr id="0" name=""/>
        <dsp:cNvSpPr/>
      </dsp:nvSpPr>
      <dsp:spPr>
        <a:xfrm>
          <a:off x="2861071" y="248589"/>
          <a:ext cx="2507456" cy="72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Country similarity theory</a:t>
          </a:r>
          <a:endParaRPr lang="en-US" sz="2000" kern="1200" dirty="0"/>
        </a:p>
      </dsp:txBody>
      <dsp:txXfrm>
        <a:off x="2861071" y="248589"/>
        <a:ext cx="2507456" cy="722775"/>
      </dsp:txXfrm>
    </dsp:sp>
    <dsp:sp modelId="{6EB431F4-533E-4C36-909A-2165BC94EFD0}">
      <dsp:nvSpPr>
        <dsp:cNvPr id="0" name=""/>
        <dsp:cNvSpPr/>
      </dsp:nvSpPr>
      <dsp:spPr>
        <a:xfrm>
          <a:off x="2861071" y="971364"/>
          <a:ext cx="2507456" cy="33060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err="1" smtClean="0"/>
            <a:t>Staffan</a:t>
          </a:r>
          <a:r>
            <a:rPr lang="en-US" sz="2000" kern="1200" dirty="0" smtClean="0"/>
            <a:t> B Linder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Similar demand pattern (preference similarity)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Similar per capita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Cultural and economic similarity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Proximity of geographical locations</a:t>
          </a:r>
          <a:endParaRPr lang="en-US" sz="2000" kern="1200" dirty="0"/>
        </a:p>
      </dsp:txBody>
      <dsp:txXfrm>
        <a:off x="2861071" y="971364"/>
        <a:ext cx="2507456" cy="3306009"/>
      </dsp:txXfrm>
    </dsp:sp>
    <dsp:sp modelId="{F2E57B24-078B-491E-823A-56266443DF57}">
      <dsp:nvSpPr>
        <dsp:cNvPr id="0" name=""/>
        <dsp:cNvSpPr/>
      </dsp:nvSpPr>
      <dsp:spPr>
        <a:xfrm>
          <a:off x="5719571" y="248589"/>
          <a:ext cx="2507456" cy="722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New trade theory</a:t>
          </a:r>
          <a:endParaRPr lang="en-US" sz="2000" kern="1200" dirty="0"/>
        </a:p>
      </dsp:txBody>
      <dsp:txXfrm>
        <a:off x="5719571" y="248589"/>
        <a:ext cx="2507456" cy="722775"/>
      </dsp:txXfrm>
    </dsp:sp>
    <dsp:sp modelId="{1855F10D-E48D-4ADA-A8A6-C00C526BDAAF}">
      <dsp:nvSpPr>
        <dsp:cNvPr id="0" name=""/>
        <dsp:cNvSpPr/>
      </dsp:nvSpPr>
      <dsp:spPr>
        <a:xfrm>
          <a:off x="5719571" y="971364"/>
          <a:ext cx="2507456" cy="33060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Paul </a:t>
          </a:r>
          <a:r>
            <a:rPr lang="en-US" sz="2000" kern="1200" dirty="0" err="1" smtClean="0"/>
            <a:t>Kruegman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Economies of scale (internal and external) and asymmetrical control over world trade (for </a:t>
          </a:r>
          <a:r>
            <a:rPr lang="en-US" sz="2000" kern="1200" dirty="0" err="1" smtClean="0"/>
            <a:t>eg</a:t>
          </a:r>
          <a:r>
            <a:rPr lang="en-US" sz="2000" kern="1200" dirty="0" smtClean="0"/>
            <a:t>. By First movers)  </a:t>
          </a:r>
          <a:endParaRPr lang="en-US" sz="2000" kern="1200" dirty="0"/>
        </a:p>
      </dsp:txBody>
      <dsp:txXfrm>
        <a:off x="5719571" y="971364"/>
        <a:ext cx="2507456" cy="3306009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C16260B-F3DB-4AB1-9560-4D29DAE89A1F}">
      <dsp:nvSpPr>
        <dsp:cNvPr id="0" name=""/>
        <dsp:cNvSpPr/>
      </dsp:nvSpPr>
      <dsp:spPr>
        <a:xfrm>
          <a:off x="2860867" y="1212180"/>
          <a:ext cx="187132" cy="819819"/>
        </a:xfrm>
        <a:custGeom>
          <a:avLst/>
          <a:gdLst/>
          <a:ahLst/>
          <a:cxnLst/>
          <a:rect l="0" t="0" r="0" b="0"/>
          <a:pathLst>
            <a:path>
              <a:moveTo>
                <a:pt x="187132" y="0"/>
              </a:moveTo>
              <a:lnTo>
                <a:pt x="187132" y="819819"/>
              </a:lnTo>
              <a:lnTo>
                <a:pt x="0" y="81981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B0EA44-1B61-4781-BFB6-AC64D88073EC}">
      <dsp:nvSpPr>
        <dsp:cNvPr id="0" name=""/>
        <dsp:cNvSpPr/>
      </dsp:nvSpPr>
      <dsp:spPr>
        <a:xfrm>
          <a:off x="3048000" y="1212180"/>
          <a:ext cx="2156482" cy="16396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2506"/>
              </a:lnTo>
              <a:lnTo>
                <a:pt x="2156482" y="1452506"/>
              </a:lnTo>
              <a:lnTo>
                <a:pt x="2156482" y="16396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AA2994-3F09-4286-BBEA-43E8CD804921}">
      <dsp:nvSpPr>
        <dsp:cNvPr id="0" name=""/>
        <dsp:cNvSpPr/>
      </dsp:nvSpPr>
      <dsp:spPr>
        <a:xfrm>
          <a:off x="3002280" y="1212180"/>
          <a:ext cx="91440" cy="16396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396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AEE80-A07A-4FBD-8905-17F42F1C6596}">
      <dsp:nvSpPr>
        <dsp:cNvPr id="0" name=""/>
        <dsp:cNvSpPr/>
      </dsp:nvSpPr>
      <dsp:spPr>
        <a:xfrm>
          <a:off x="891517" y="1212180"/>
          <a:ext cx="2156482" cy="1639639"/>
        </a:xfrm>
        <a:custGeom>
          <a:avLst/>
          <a:gdLst/>
          <a:ahLst/>
          <a:cxnLst/>
          <a:rect l="0" t="0" r="0" b="0"/>
          <a:pathLst>
            <a:path>
              <a:moveTo>
                <a:pt x="2156482" y="0"/>
              </a:moveTo>
              <a:lnTo>
                <a:pt x="2156482" y="1452506"/>
              </a:lnTo>
              <a:lnTo>
                <a:pt x="0" y="1452506"/>
              </a:lnTo>
              <a:lnTo>
                <a:pt x="0" y="16396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F663A4-76AA-4B8E-BFE4-A68DCFA17AA3}">
      <dsp:nvSpPr>
        <dsp:cNvPr id="0" name=""/>
        <dsp:cNvSpPr/>
      </dsp:nvSpPr>
      <dsp:spPr>
        <a:xfrm>
          <a:off x="2156891" y="321071"/>
          <a:ext cx="1782216" cy="891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Gains from international trade</a:t>
          </a:r>
          <a:endParaRPr lang="en-US" sz="1500" kern="1200" dirty="0"/>
        </a:p>
      </dsp:txBody>
      <dsp:txXfrm>
        <a:off x="2156891" y="321071"/>
        <a:ext cx="1782216" cy="891108"/>
      </dsp:txXfrm>
    </dsp:sp>
    <dsp:sp modelId="{D91796BE-9CA8-4F20-8046-1EF181E64BB8}">
      <dsp:nvSpPr>
        <dsp:cNvPr id="0" name=""/>
        <dsp:cNvSpPr/>
      </dsp:nvSpPr>
      <dsp:spPr>
        <a:xfrm>
          <a:off x="409" y="2851819"/>
          <a:ext cx="1782216" cy="891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Net terms: unit value index of exports/unit value index of imports </a:t>
          </a:r>
          <a:endParaRPr lang="en-US" sz="1500" kern="1200" dirty="0"/>
        </a:p>
      </dsp:txBody>
      <dsp:txXfrm>
        <a:off x="409" y="2851819"/>
        <a:ext cx="1782216" cy="891108"/>
      </dsp:txXfrm>
    </dsp:sp>
    <dsp:sp modelId="{9F530809-91A1-410F-ADE0-101AB7D754D9}">
      <dsp:nvSpPr>
        <dsp:cNvPr id="0" name=""/>
        <dsp:cNvSpPr/>
      </dsp:nvSpPr>
      <dsp:spPr>
        <a:xfrm>
          <a:off x="2156891" y="2851819"/>
          <a:ext cx="1782216" cy="891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Gross terms: Volume index of imports/volume index of exports</a:t>
          </a:r>
          <a:endParaRPr lang="en-US" sz="1500" kern="1200" dirty="0"/>
        </a:p>
      </dsp:txBody>
      <dsp:txXfrm>
        <a:off x="2156891" y="2851819"/>
        <a:ext cx="1782216" cy="891108"/>
      </dsp:txXfrm>
    </dsp:sp>
    <dsp:sp modelId="{015028EF-E766-4118-AB33-C1C68819DFD2}">
      <dsp:nvSpPr>
        <dsp:cNvPr id="0" name=""/>
        <dsp:cNvSpPr/>
      </dsp:nvSpPr>
      <dsp:spPr>
        <a:xfrm>
          <a:off x="4313373" y="2851819"/>
          <a:ext cx="1782216" cy="891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Income terms: net terms of trade * volume index of exports</a:t>
          </a:r>
          <a:endParaRPr lang="en-US" sz="1500" kern="1200" dirty="0"/>
        </a:p>
      </dsp:txBody>
      <dsp:txXfrm>
        <a:off x="4313373" y="2851819"/>
        <a:ext cx="1782216" cy="891108"/>
      </dsp:txXfrm>
    </dsp:sp>
    <dsp:sp modelId="{2E4279E9-A291-45D2-BC73-63F95AABFADB}">
      <dsp:nvSpPr>
        <dsp:cNvPr id="0" name=""/>
        <dsp:cNvSpPr/>
      </dsp:nvSpPr>
      <dsp:spPr>
        <a:xfrm>
          <a:off x="1078650" y="1586445"/>
          <a:ext cx="1782216" cy="891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Terms of trade: ratio of price of export to the price of import (net barter terms)</a:t>
          </a:r>
          <a:endParaRPr lang="en-US" sz="1500" kern="1200" dirty="0"/>
        </a:p>
      </dsp:txBody>
      <dsp:txXfrm>
        <a:off x="1078650" y="1586445"/>
        <a:ext cx="1782216" cy="891108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5DE4642-FF50-4BF0-A6F7-63EF69229EC5}">
      <dsp:nvSpPr>
        <dsp:cNvPr id="0" name=""/>
        <dsp:cNvSpPr/>
      </dsp:nvSpPr>
      <dsp:spPr>
        <a:xfrm rot="5400000">
          <a:off x="-245635" y="24608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200" kern="1200"/>
        </a:p>
      </dsp:txBody>
      <dsp:txXfrm rot="5400000">
        <a:off x="-245635" y="246082"/>
        <a:ext cx="1637567" cy="1146297"/>
      </dsp:txXfrm>
    </dsp:sp>
    <dsp:sp modelId="{AAB009F6-40E4-4F15-AC01-6364ED695154}">
      <dsp:nvSpPr>
        <dsp:cNvPr id="0" name=""/>
        <dsp:cNvSpPr/>
      </dsp:nvSpPr>
      <dsp:spPr>
        <a:xfrm rot="5400000">
          <a:off x="4155739" y="-30089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Developed world focusing on industrial goods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Developing world on </a:t>
          </a:r>
          <a:r>
            <a:rPr lang="en-US" sz="2200" kern="1200" dirty="0" err="1" smtClean="0"/>
            <a:t>agri</a:t>
          </a:r>
          <a:r>
            <a:rPr lang="en-US" sz="2200" kern="1200" dirty="0" smtClean="0"/>
            <a:t>/primary goods</a:t>
          </a:r>
          <a:endParaRPr lang="en-US" sz="2200" kern="1200" dirty="0"/>
        </a:p>
      </dsp:txBody>
      <dsp:txXfrm rot="5400000">
        <a:off x="4155739" y="-3008994"/>
        <a:ext cx="1064418" cy="7083302"/>
      </dsp:txXfrm>
    </dsp:sp>
    <dsp:sp modelId="{F918D16C-2E45-45F9-9AF7-D4EB349EAA83}">
      <dsp:nvSpPr>
        <dsp:cNvPr id="0" name=""/>
        <dsp:cNvSpPr/>
      </dsp:nvSpPr>
      <dsp:spPr>
        <a:xfrm rot="5400000">
          <a:off x="-245635" y="168983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200" kern="1200"/>
        </a:p>
      </dsp:txBody>
      <dsp:txXfrm rot="5400000">
        <a:off x="-245635" y="1689832"/>
        <a:ext cx="1637567" cy="1146297"/>
      </dsp:txXfrm>
    </dsp:sp>
    <dsp:sp modelId="{52A8F5C4-C5FD-46F7-813E-DB3E3F517BB5}">
      <dsp:nvSpPr>
        <dsp:cNvPr id="0" name=""/>
        <dsp:cNvSpPr/>
      </dsp:nvSpPr>
      <dsp:spPr>
        <a:xfrm rot="5400000">
          <a:off x="4155739" y="-156524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Income elasticity of industry goods much higher than primary goods. So developed world benefitted more and dictate the terms accordingly.</a:t>
          </a:r>
          <a:endParaRPr lang="en-US" sz="2200" kern="1200" dirty="0"/>
        </a:p>
      </dsp:txBody>
      <dsp:txXfrm rot="5400000">
        <a:off x="4155739" y="-1565244"/>
        <a:ext cx="1064418" cy="7083302"/>
      </dsp:txXfrm>
    </dsp:sp>
    <dsp:sp modelId="{32DE0292-11E2-4C48-BDF2-5801631FF2BF}">
      <dsp:nvSpPr>
        <dsp:cNvPr id="0" name=""/>
        <dsp:cNvSpPr/>
      </dsp:nvSpPr>
      <dsp:spPr>
        <a:xfrm rot="5400000">
          <a:off x="-245635" y="313358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200" kern="1200"/>
        </a:p>
      </dsp:txBody>
      <dsp:txXfrm rot="5400000">
        <a:off x="-245635" y="3133582"/>
        <a:ext cx="1637567" cy="1146297"/>
      </dsp:txXfrm>
    </dsp:sp>
    <dsp:sp modelId="{48A9C9F3-40E5-4901-BAE6-723429CD04EF}">
      <dsp:nvSpPr>
        <dsp:cNvPr id="0" name=""/>
        <dsp:cNvSpPr/>
      </dsp:nvSpPr>
      <dsp:spPr>
        <a:xfrm rot="5400000">
          <a:off x="4155739" y="-1214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Higher wages for better productivity gain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‘Paradox of plenty’ in the case of </a:t>
          </a:r>
          <a:r>
            <a:rPr lang="en-US" sz="2200" kern="1200" dirty="0" err="1" smtClean="0"/>
            <a:t>agri</a:t>
          </a:r>
          <a:r>
            <a:rPr lang="en-US" sz="2200" kern="1200" dirty="0" smtClean="0"/>
            <a:t> goods.</a:t>
          </a:r>
          <a:endParaRPr lang="en-US" sz="2200" kern="1200" dirty="0"/>
        </a:p>
      </dsp:txBody>
      <dsp:txXfrm rot="5400000">
        <a:off x="4155739" y="-121494"/>
        <a:ext cx="1064418" cy="708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w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2954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International Trade Theories: Why do we go for a discussion?</a:t>
            </a:r>
            <a:endParaRPr lang="en-US" sz="3600" b="1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371600" y="1752600"/>
          <a:ext cx="64008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9" name="Picture 5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0" y="533400"/>
            <a:ext cx="1219200" cy="1143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Theory of mercantilism: </a:t>
            </a:r>
            <a:r>
              <a:rPr lang="en-US" sz="3200" b="1" dirty="0" smtClean="0"/>
              <a:t>to export more than it imported thereby increase national wealth</a:t>
            </a:r>
            <a:endParaRPr lang="en-US" sz="3200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/>
              <a:t>Absolute cost advantage: “An enquiry in to the nature and causes of the wealth of the nations”</a:t>
            </a:r>
            <a:endParaRPr lang="en-US" sz="36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400" dirty="0" smtClean="0"/>
              <a:t>Example: Trade between Ghana and Korea based on 200 units of resources each available </a:t>
            </a:r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-2" y="1600200"/>
          <a:ext cx="8686797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766"/>
                <a:gridCol w="836943"/>
                <a:gridCol w="626076"/>
                <a:gridCol w="782595"/>
                <a:gridCol w="626076"/>
                <a:gridCol w="782595"/>
                <a:gridCol w="704335"/>
                <a:gridCol w="1173892"/>
                <a:gridCol w="690101"/>
                <a:gridCol w="789709"/>
                <a:gridCol w="789709"/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 smtClean="0"/>
                        <a:t>Resource requirement/ unit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Production and consumption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Production with specialization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Consumption after Ghana trades of cocoa  for 6 tons of S K rice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Incremental consumption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Country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Ghana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 Korea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12.50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Comparative cost advantage: ‘Principles of Political Economy” by David Ricardo</a:t>
            </a:r>
            <a:endParaRPr lang="en-US" sz="3200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400" dirty="0" smtClean="0"/>
              <a:t>Example: Comparative advantage and the gains from trade</a:t>
            </a:r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-2" y="1600200"/>
          <a:ext cx="8686797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766"/>
                <a:gridCol w="791636"/>
                <a:gridCol w="685800"/>
                <a:gridCol w="768178"/>
                <a:gridCol w="626076"/>
                <a:gridCol w="782595"/>
                <a:gridCol w="704335"/>
                <a:gridCol w="1173892"/>
                <a:gridCol w="690101"/>
                <a:gridCol w="789709"/>
                <a:gridCol w="789709"/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 smtClean="0"/>
                        <a:t>Resource requirement/ unit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Production and consumption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Production with specialization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Consumption after Ghana trades 4 tons of cocoa  for 4 tons of S K rice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Incremental consumption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Country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Cocoa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Rice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Ghana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13.33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7.50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 Korea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04.00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12.50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/>
              <a:t>J.S Mills International trade theory: If a country’s demand for imports a product greater than other country’s demand for another product, then the barter terms and gains would favor former.</a:t>
            </a:r>
            <a:endParaRPr lang="en-US" sz="22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Taussig’s</a:t>
            </a:r>
            <a:r>
              <a:rPr lang="en-US" dirty="0" smtClean="0"/>
              <a:t> restatement of classical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"at any equilibrium rates between, both countries would gain from an exchange"; and there need not be any equilibrium rates strictly in between.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Classical theory: criticisms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Modern theories of international trade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B. Ohlin is regarded as the father of modern theories of international trade. Two major theories were at the beginning.</a:t>
            </a:r>
          </a:p>
          <a:p>
            <a:r>
              <a:rPr lang="en-US" dirty="0" smtClean="0"/>
              <a:t>  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524000" y="3429000"/>
          <a:ext cx="6096000" cy="20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Heckscher</a:t>
            </a:r>
            <a:r>
              <a:rPr lang="en-US" b="1" dirty="0" smtClean="0"/>
              <a:t>- Ohlin theory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</p:nvPr>
        </p:nvGraphicFramePr>
        <p:xfrm>
          <a:off x="914400" y="1066800"/>
          <a:ext cx="8229600" cy="5059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Classical Vs Modern theories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Posner’s technological gap model</a:t>
            </a:r>
            <a:br>
              <a:rPr lang="en-US" sz="2800" b="1" dirty="0" smtClean="0"/>
            </a:br>
            <a:r>
              <a:rPr lang="en-US" sz="2800" dirty="0" smtClean="0"/>
              <a:t>Difference between demand lag and imitation lag decides trade between countries</a:t>
            </a:r>
            <a:endParaRPr lang="en-US" sz="2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Vernon’s International product life cycle theory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theories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 of terms of trade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Volume of exports</a:t>
            </a:r>
          </a:p>
          <a:p>
            <a:r>
              <a:rPr lang="en-US" dirty="0" smtClean="0"/>
              <a:t>Volume of imports</a:t>
            </a:r>
          </a:p>
          <a:p>
            <a:r>
              <a:rPr lang="en-US" dirty="0" smtClean="0"/>
              <a:t>Cost of production</a:t>
            </a:r>
          </a:p>
          <a:p>
            <a:r>
              <a:rPr lang="en-US" dirty="0" smtClean="0"/>
              <a:t>Export and import prices</a:t>
            </a:r>
          </a:p>
          <a:p>
            <a:r>
              <a:rPr lang="en-US" dirty="0" smtClean="0"/>
              <a:t>Factor productivity</a:t>
            </a:r>
          </a:p>
          <a:p>
            <a:r>
              <a:rPr lang="en-US" dirty="0" smtClean="0"/>
              <a:t>Location advantage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Berlin Sans FB Demi" pitchFamily="34" charset="0"/>
              </a:rPr>
              <a:t>Terms of trade of developing countries, Why it has been deteriorated?</a:t>
            </a:r>
            <a:endParaRPr lang="en-US" sz="3200" dirty="0">
              <a:latin typeface="Berlin Sans FB Demi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1116</Words>
  <Application>Microsoft Office PowerPoint</Application>
  <PresentationFormat>On-screen Show (4:3)</PresentationFormat>
  <Paragraphs>209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International Trade Theories: Why do we go for a discussion?</vt:lpstr>
      <vt:lpstr>Theory of mercantilism: to export more than it imported thereby increase national wealth</vt:lpstr>
      <vt:lpstr>Absolute cost advantage: “An enquiry in to the nature and causes of the wealth of the nations”</vt:lpstr>
      <vt:lpstr>Example: Trade between Ghana and Korea based on 200 units of resources each available </vt:lpstr>
      <vt:lpstr>Comparative cost advantage: ‘Principles of Political Economy” by David Ricardo</vt:lpstr>
      <vt:lpstr>Example: Comparative advantage and the gains from trade</vt:lpstr>
      <vt:lpstr>J.S Mills International trade theory: If a country’s demand for imports a product greater than other country’s demand for another product, then the barter terms and gains would favor former.</vt:lpstr>
      <vt:lpstr>Taussig’s restatement of classical theory</vt:lpstr>
      <vt:lpstr>Classical theory: criticisms</vt:lpstr>
      <vt:lpstr>Modern theories of international trade</vt:lpstr>
      <vt:lpstr>Heckscher- Ohlin theory </vt:lpstr>
      <vt:lpstr>Slide 12</vt:lpstr>
      <vt:lpstr>Classical Vs Modern theories</vt:lpstr>
      <vt:lpstr>Posner’s technological gap model Difference between demand lag and imitation lag decides trade between countries</vt:lpstr>
      <vt:lpstr>Vernon’s International product life cycle theory</vt:lpstr>
      <vt:lpstr>Other theories</vt:lpstr>
      <vt:lpstr>Slide 17</vt:lpstr>
      <vt:lpstr>Determinants of terms of trade</vt:lpstr>
      <vt:lpstr>Terms of trade of developing countries, Why it has been deteriorated?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Trade Theories: Why a</dc:title>
  <dc:creator>BIBIN</dc:creator>
  <cp:lastModifiedBy>BIBIN</cp:lastModifiedBy>
  <cp:revision>48</cp:revision>
  <dcterms:created xsi:type="dcterms:W3CDTF">2006-08-16T00:00:00Z</dcterms:created>
  <dcterms:modified xsi:type="dcterms:W3CDTF">2013-04-02T10:06:46Z</dcterms:modified>
</cp:coreProperties>
</file>